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2.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6" r:id="rId4"/>
  </p:sldMasterIdLst>
  <p:notesMasterIdLst>
    <p:notesMasterId r:id="rId48"/>
  </p:notesMasterIdLst>
  <p:sldIdLst>
    <p:sldId id="262" r:id="rId5"/>
    <p:sldId id="264" r:id="rId6"/>
    <p:sldId id="265" r:id="rId7"/>
    <p:sldId id="266" r:id="rId8"/>
    <p:sldId id="267" r:id="rId9"/>
    <p:sldId id="268" r:id="rId10"/>
    <p:sldId id="256" r:id="rId11"/>
    <p:sldId id="354" r:id="rId12"/>
    <p:sldId id="430" r:id="rId13"/>
    <p:sldId id="462" r:id="rId14"/>
    <p:sldId id="332" r:id="rId15"/>
    <p:sldId id="395" r:id="rId16"/>
    <p:sldId id="463" r:id="rId17"/>
    <p:sldId id="333" r:id="rId18"/>
    <p:sldId id="334" r:id="rId19"/>
    <p:sldId id="335" r:id="rId20"/>
    <p:sldId id="396" r:id="rId21"/>
    <p:sldId id="431" r:id="rId22"/>
    <p:sldId id="432" r:id="rId23"/>
    <p:sldId id="433" r:id="rId24"/>
    <p:sldId id="434" r:id="rId25"/>
    <p:sldId id="435" r:id="rId26"/>
    <p:sldId id="436" r:id="rId27"/>
    <p:sldId id="442" r:id="rId28"/>
    <p:sldId id="337" r:id="rId29"/>
    <p:sldId id="437" r:id="rId30"/>
    <p:sldId id="438" r:id="rId31"/>
    <p:sldId id="439" r:id="rId32"/>
    <p:sldId id="464" r:id="rId33"/>
    <p:sldId id="440" r:id="rId34"/>
    <p:sldId id="441" r:id="rId35"/>
    <p:sldId id="443" r:id="rId36"/>
    <p:sldId id="444" r:id="rId37"/>
    <p:sldId id="445" r:id="rId38"/>
    <p:sldId id="446" r:id="rId39"/>
    <p:sldId id="447" r:id="rId40"/>
    <p:sldId id="448" r:id="rId41"/>
    <p:sldId id="450" r:id="rId42"/>
    <p:sldId id="451" r:id="rId43"/>
    <p:sldId id="416" r:id="rId44"/>
    <p:sldId id="351" r:id="rId45"/>
    <p:sldId id="355" r:id="rId46"/>
    <p:sldId id="428"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uidelines" id="{73CDEF2B-6829-4E38-9A29-20E596F97FB8}">
          <p14:sldIdLst>
            <p14:sldId id="262"/>
            <p14:sldId id="264"/>
            <p14:sldId id="265"/>
            <p14:sldId id="266"/>
            <p14:sldId id="267"/>
            <p14:sldId id="268"/>
          </p14:sldIdLst>
        </p14:section>
        <p14:section name="Introduction" id="{3484D93E-3A9D-43DE-9A9B-BBEA018F3352}">
          <p14:sldIdLst>
            <p14:sldId id="256"/>
            <p14:sldId id="354"/>
            <p14:sldId id="430"/>
            <p14:sldId id="462"/>
            <p14:sldId id="332"/>
          </p14:sldIdLst>
        </p14:section>
        <p14:section name="Topic 1" id="{610A3085-2AC0-4FEC-8473-FB515873C3D5}">
          <p14:sldIdLst>
            <p14:sldId id="395"/>
            <p14:sldId id="463"/>
            <p14:sldId id="333"/>
            <p14:sldId id="334"/>
            <p14:sldId id="335"/>
            <p14:sldId id="396"/>
            <p14:sldId id="431"/>
            <p14:sldId id="432"/>
            <p14:sldId id="433"/>
            <p14:sldId id="434"/>
            <p14:sldId id="435"/>
            <p14:sldId id="436"/>
            <p14:sldId id="442"/>
            <p14:sldId id="337"/>
            <p14:sldId id="437"/>
            <p14:sldId id="438"/>
            <p14:sldId id="439"/>
            <p14:sldId id="464"/>
            <p14:sldId id="440"/>
            <p14:sldId id="441"/>
            <p14:sldId id="443"/>
            <p14:sldId id="444"/>
            <p14:sldId id="445"/>
            <p14:sldId id="446"/>
            <p14:sldId id="447"/>
            <p14:sldId id="448"/>
            <p14:sldId id="450"/>
            <p14:sldId id="451"/>
          </p14:sldIdLst>
        </p14:section>
        <p14:section name="Summary" id="{F6E0259B-9A76-465B-8146-0FE7CB4136B3}">
          <p14:sldIdLst>
            <p14:sldId id="416"/>
            <p14:sldId id="351"/>
            <p14:sldId id="355"/>
            <p14:sldId id="428"/>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EB5C60F-22AE-1547-E88B-22A8B8C950EF}" name="Shah, Krupali" initials="SK" userId="S::kshah@qa.com::cef62020-c637-4d0d-bf4f-48d86b2faefc" providerId="AD"/>
  <p188:author id="{8B14BE28-741F-44E2-76A5-70328290F36F}" name="Oliva-Girbau, Angels" initials="OA" userId="S::aogirbau@qa.com::9aea77bf-fdfe-4d29-a02f-b0429c4459d8" providerId="AD"/>
  <p188:author id="{05960765-EA67-3D2D-23CF-EF180D189BA6}" name="Oliva-Girbau, Angels" initials="AO" userId="S::AOGirbau@qa.com::9aea77bf-fdfe-4d29-a02f-b0429c4459d8" providerId="AD"/>
  <p188:author id="{FAFFB165-9CE9-6704-58D1-DC5B6B0073B8}" name="Gilles, Vivien" initials="GV" userId="S::vgilles@qa.com::9880f671-c678-453b-949c-c6ec09f58b52" providerId="AD"/>
  <p188:author id="{5C3EAC66-4AB1-B0D4-51A7-9ECF3174F943}" name="Ahmed, Amira" initials="AA" userId="S::aahmed1@qa.com::7c1c66a6-31f8-4355-a1b4-910ace1be3c8" providerId="AD"/>
  <p188:author id="{6E3B2CAD-5E33-C340-01AA-2B2872F0E5A0}" name="Chaudhry, Azhar" initials="" userId="S::AChaudhry@qa.com::b66fd45d-07d0-45f5-bbda-e7afe8e5b598" providerId="AD"/>
  <p188:author id="{69406EB2-F6A5-D96B-B681-C545607026E4}" name="Chaudhry, Azhar" initials="CA" userId="S::achaudhry@qa.com::b66fd45d-07d0-45f5-bbda-e7afe8e5b598" providerId="AD"/>
  <p188:author id="{331CCABC-C755-0CC5-D455-16D6C5844B50}" name="Walker, Eleanor" initials="WE" userId="S::ewalker@qa.com::6154b497-89db-4c15-915e-52ab74dda641" providerId="AD"/>
  <p188:author id="{68B415C2-0214-EA4F-75B5-5BB6180AD96A}" name="Gilles, Vivien" initials="" userId="S::VGilles@qa.com::9880f671-c678-453b-949c-c6ec09f58b52" providerId="AD"/>
  <p188:author id="{5A47ABCC-6816-EE2F-199D-F5B7AAE93A39}" name="Shah, Krupali" initials="" userId="S::KShah@qa.com::cef62020-c637-4d0d-bf4f-48d86b2faefc" providerId="AD"/>
  <p188:author id="{1F8D03CE-2798-1C78-678B-9C6132172B8F}" name="Fisher, John" initials="FJ" userId="S::JFisher2@qa.com::fcb46724-a0b0-4fcb-a516-4061ac7ec350"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63532"/>
    <a:srgbClr val="0563C1"/>
    <a:srgbClr val="FBE5D6"/>
    <a:srgbClr val="ED7D31"/>
    <a:srgbClr val="3D545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919" autoAdjust="0"/>
    <p:restoredTop sz="94660"/>
  </p:normalViewPr>
  <p:slideViewPr>
    <p:cSldViewPr snapToGrid="0">
      <p:cViewPr varScale="1">
        <p:scale>
          <a:sx n="106" d="100"/>
          <a:sy n="106" d="100"/>
        </p:scale>
        <p:origin x="85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isher, John" userId="fcb46724-a0b0-4fcb-a516-4061ac7ec350" providerId="ADAL" clId="{09884156-C866-47EC-ADA2-39E1626078A9}"/>
    <pc:docChg chg="delSld delMainMaster delSection modSection">
      <pc:chgData name="Fisher, John" userId="fcb46724-a0b0-4fcb-a516-4061ac7ec350" providerId="ADAL" clId="{09884156-C866-47EC-ADA2-39E1626078A9}" dt="2024-06-21T10:05:00.231" v="15" actId="17851"/>
      <pc:docMkLst>
        <pc:docMk/>
      </pc:docMkLst>
      <pc:sldChg chg="del">
        <pc:chgData name="Fisher, John" userId="fcb46724-a0b0-4fcb-a516-4061ac7ec350" providerId="ADAL" clId="{09884156-C866-47EC-ADA2-39E1626078A9}" dt="2024-06-21T09:59:53.237" v="0" actId="2696"/>
        <pc:sldMkLst>
          <pc:docMk/>
          <pc:sldMk cId="911303620" sldId="287"/>
        </pc:sldMkLst>
      </pc:sldChg>
      <pc:sldChg chg="del">
        <pc:chgData name="Fisher, John" userId="fcb46724-a0b0-4fcb-a516-4061ac7ec350" providerId="ADAL" clId="{09884156-C866-47EC-ADA2-39E1626078A9}" dt="2024-06-21T09:59:53.237" v="0" actId="2696"/>
        <pc:sldMkLst>
          <pc:docMk/>
          <pc:sldMk cId="4036791143" sldId="288"/>
        </pc:sldMkLst>
      </pc:sldChg>
      <pc:sldChg chg="del">
        <pc:chgData name="Fisher, John" userId="fcb46724-a0b0-4fcb-a516-4061ac7ec350" providerId="ADAL" clId="{09884156-C866-47EC-ADA2-39E1626078A9}" dt="2024-06-21T09:59:53.237" v="0" actId="2696"/>
        <pc:sldMkLst>
          <pc:docMk/>
          <pc:sldMk cId="1418337347" sldId="289"/>
        </pc:sldMkLst>
      </pc:sldChg>
      <pc:sldChg chg="del">
        <pc:chgData name="Fisher, John" userId="fcb46724-a0b0-4fcb-a516-4061ac7ec350" providerId="ADAL" clId="{09884156-C866-47EC-ADA2-39E1626078A9}" dt="2024-06-21T09:59:53.237" v="0" actId="2696"/>
        <pc:sldMkLst>
          <pc:docMk/>
          <pc:sldMk cId="2725547092" sldId="310"/>
        </pc:sldMkLst>
      </pc:sldChg>
      <pc:sldChg chg="del">
        <pc:chgData name="Fisher, John" userId="fcb46724-a0b0-4fcb-a516-4061ac7ec350" providerId="ADAL" clId="{09884156-C866-47EC-ADA2-39E1626078A9}" dt="2024-06-21T10:01:22.666" v="4" actId="2696"/>
        <pc:sldMkLst>
          <pc:docMk/>
          <pc:sldMk cId="4054318504" sldId="328"/>
        </pc:sldMkLst>
      </pc:sldChg>
      <pc:sldChg chg="del">
        <pc:chgData name="Fisher, John" userId="fcb46724-a0b0-4fcb-a516-4061ac7ec350" providerId="ADAL" clId="{09884156-C866-47EC-ADA2-39E1626078A9}" dt="2024-06-21T10:01:22.666" v="4" actId="2696"/>
        <pc:sldMkLst>
          <pc:docMk/>
          <pc:sldMk cId="54888628" sldId="329"/>
        </pc:sldMkLst>
      </pc:sldChg>
      <pc:sldChg chg="del">
        <pc:chgData name="Fisher, John" userId="fcb46724-a0b0-4fcb-a516-4061ac7ec350" providerId="ADAL" clId="{09884156-C866-47EC-ADA2-39E1626078A9}" dt="2024-06-21T10:01:22.666" v="4" actId="2696"/>
        <pc:sldMkLst>
          <pc:docMk/>
          <pc:sldMk cId="2828521626" sldId="331"/>
        </pc:sldMkLst>
      </pc:sldChg>
      <pc:sldChg chg="delCm">
        <pc:chgData name="Fisher, John" userId="fcb46724-a0b0-4fcb-a516-4061ac7ec350" providerId="ADAL" clId="{09884156-C866-47EC-ADA2-39E1626078A9}" dt="2024-06-21T10:00:13.282" v="1"/>
        <pc:sldMkLst>
          <pc:docMk/>
          <pc:sldMk cId="2202859641" sldId="332"/>
        </pc:sldMkLst>
        <pc:extLst>
          <p:ext xmlns:p="http://schemas.openxmlformats.org/presentationml/2006/main" uri="{D6D511B9-2390-475A-947B-AFAB55BFBCF1}">
            <pc226:cmChg xmlns:pc226="http://schemas.microsoft.com/office/powerpoint/2022/06/main/command" chg="del">
              <pc226:chgData name="Fisher, John" userId="fcb46724-a0b0-4fcb-a516-4061ac7ec350" providerId="ADAL" clId="{09884156-C866-47EC-ADA2-39E1626078A9}" dt="2024-06-21T10:00:13.282" v="1"/>
              <pc2:cmMkLst xmlns:pc2="http://schemas.microsoft.com/office/powerpoint/2019/9/main/command">
                <pc:docMk/>
                <pc:sldMk cId="2202859641" sldId="332"/>
                <pc2:cmMk id="{882480AF-3759-4C4F-BBC4-61217DE0ACCF}"/>
              </pc2:cmMkLst>
            </pc226:cmChg>
          </p:ext>
        </pc:extLst>
      </pc:sldChg>
      <pc:sldChg chg="del">
        <pc:chgData name="Fisher, John" userId="fcb46724-a0b0-4fcb-a516-4061ac7ec350" providerId="ADAL" clId="{09884156-C866-47EC-ADA2-39E1626078A9}" dt="2024-06-21T09:59:53.237" v="0" actId="2696"/>
        <pc:sldMkLst>
          <pc:docMk/>
          <pc:sldMk cId="1921290272" sldId="342"/>
        </pc:sldMkLst>
      </pc:sldChg>
      <pc:sldChg chg="del">
        <pc:chgData name="Fisher, John" userId="fcb46724-a0b0-4fcb-a516-4061ac7ec350" providerId="ADAL" clId="{09884156-C866-47EC-ADA2-39E1626078A9}" dt="2024-06-21T10:04:31.272" v="9" actId="2696"/>
        <pc:sldMkLst>
          <pc:docMk/>
          <pc:sldMk cId="2419433719" sldId="356"/>
        </pc:sldMkLst>
      </pc:sldChg>
      <pc:sldChg chg="del">
        <pc:chgData name="Fisher, John" userId="fcb46724-a0b0-4fcb-a516-4061ac7ec350" providerId="ADAL" clId="{09884156-C866-47EC-ADA2-39E1626078A9}" dt="2024-06-21T10:04:31.272" v="9" actId="2696"/>
        <pc:sldMkLst>
          <pc:docMk/>
          <pc:sldMk cId="2769207969" sldId="357"/>
        </pc:sldMkLst>
      </pc:sldChg>
      <pc:sldChg chg="del">
        <pc:chgData name="Fisher, John" userId="fcb46724-a0b0-4fcb-a516-4061ac7ec350" providerId="ADAL" clId="{09884156-C866-47EC-ADA2-39E1626078A9}" dt="2024-06-21T10:04:31.272" v="9" actId="2696"/>
        <pc:sldMkLst>
          <pc:docMk/>
          <pc:sldMk cId="2757442964" sldId="358"/>
        </pc:sldMkLst>
      </pc:sldChg>
      <pc:sldChg chg="del">
        <pc:chgData name="Fisher, John" userId="fcb46724-a0b0-4fcb-a516-4061ac7ec350" providerId="ADAL" clId="{09884156-C866-47EC-ADA2-39E1626078A9}" dt="2024-06-21T10:04:31.272" v="9" actId="2696"/>
        <pc:sldMkLst>
          <pc:docMk/>
          <pc:sldMk cId="2195826182" sldId="359"/>
        </pc:sldMkLst>
      </pc:sldChg>
      <pc:sldChg chg="del">
        <pc:chgData name="Fisher, John" userId="fcb46724-a0b0-4fcb-a516-4061ac7ec350" providerId="ADAL" clId="{09884156-C866-47EC-ADA2-39E1626078A9}" dt="2024-06-21T10:04:31.272" v="9" actId="2696"/>
        <pc:sldMkLst>
          <pc:docMk/>
          <pc:sldMk cId="2703103122" sldId="364"/>
        </pc:sldMkLst>
      </pc:sldChg>
      <pc:sldChg chg="del">
        <pc:chgData name="Fisher, John" userId="fcb46724-a0b0-4fcb-a516-4061ac7ec350" providerId="ADAL" clId="{09884156-C866-47EC-ADA2-39E1626078A9}" dt="2024-06-21T10:04:31.272" v="9" actId="2696"/>
        <pc:sldMkLst>
          <pc:docMk/>
          <pc:sldMk cId="1832268421" sldId="366"/>
        </pc:sldMkLst>
      </pc:sldChg>
      <pc:sldChg chg="del">
        <pc:chgData name="Fisher, John" userId="fcb46724-a0b0-4fcb-a516-4061ac7ec350" providerId="ADAL" clId="{09884156-C866-47EC-ADA2-39E1626078A9}" dt="2024-06-21T10:04:31.272" v="9" actId="2696"/>
        <pc:sldMkLst>
          <pc:docMk/>
          <pc:sldMk cId="1917682011" sldId="367"/>
        </pc:sldMkLst>
      </pc:sldChg>
      <pc:sldChg chg="del">
        <pc:chgData name="Fisher, John" userId="fcb46724-a0b0-4fcb-a516-4061ac7ec350" providerId="ADAL" clId="{09884156-C866-47EC-ADA2-39E1626078A9}" dt="2024-06-21T10:04:31.272" v="9" actId="2696"/>
        <pc:sldMkLst>
          <pc:docMk/>
          <pc:sldMk cId="2940292667" sldId="368"/>
        </pc:sldMkLst>
      </pc:sldChg>
      <pc:sldChg chg="del">
        <pc:chgData name="Fisher, John" userId="fcb46724-a0b0-4fcb-a516-4061ac7ec350" providerId="ADAL" clId="{09884156-C866-47EC-ADA2-39E1626078A9}" dt="2024-06-21T10:04:31.272" v="9" actId="2696"/>
        <pc:sldMkLst>
          <pc:docMk/>
          <pc:sldMk cId="2552371259" sldId="375"/>
        </pc:sldMkLst>
      </pc:sldChg>
      <pc:sldChg chg="del">
        <pc:chgData name="Fisher, John" userId="fcb46724-a0b0-4fcb-a516-4061ac7ec350" providerId="ADAL" clId="{09884156-C866-47EC-ADA2-39E1626078A9}" dt="2024-06-21T10:04:31.272" v="9" actId="2696"/>
        <pc:sldMkLst>
          <pc:docMk/>
          <pc:sldMk cId="2307317455" sldId="376"/>
        </pc:sldMkLst>
      </pc:sldChg>
      <pc:sldChg chg="del">
        <pc:chgData name="Fisher, John" userId="fcb46724-a0b0-4fcb-a516-4061ac7ec350" providerId="ADAL" clId="{09884156-C866-47EC-ADA2-39E1626078A9}" dt="2024-06-21T10:01:22.666" v="4" actId="2696"/>
        <pc:sldMkLst>
          <pc:docMk/>
          <pc:sldMk cId="186353813" sldId="377"/>
        </pc:sldMkLst>
      </pc:sldChg>
      <pc:sldChg chg="del">
        <pc:chgData name="Fisher, John" userId="fcb46724-a0b0-4fcb-a516-4061ac7ec350" providerId="ADAL" clId="{09884156-C866-47EC-ADA2-39E1626078A9}" dt="2024-06-21T10:01:22.666" v="4" actId="2696"/>
        <pc:sldMkLst>
          <pc:docMk/>
          <pc:sldMk cId="2312163316" sldId="379"/>
        </pc:sldMkLst>
      </pc:sldChg>
      <pc:sldChg chg="del">
        <pc:chgData name="Fisher, John" userId="fcb46724-a0b0-4fcb-a516-4061ac7ec350" providerId="ADAL" clId="{09884156-C866-47EC-ADA2-39E1626078A9}" dt="2024-06-21T10:01:22.666" v="4" actId="2696"/>
        <pc:sldMkLst>
          <pc:docMk/>
          <pc:sldMk cId="3161361192" sldId="380"/>
        </pc:sldMkLst>
      </pc:sldChg>
      <pc:sldChg chg="del">
        <pc:chgData name="Fisher, John" userId="fcb46724-a0b0-4fcb-a516-4061ac7ec350" providerId="ADAL" clId="{09884156-C866-47EC-ADA2-39E1626078A9}" dt="2024-06-21T10:01:22.666" v="4" actId="2696"/>
        <pc:sldMkLst>
          <pc:docMk/>
          <pc:sldMk cId="408708630" sldId="381"/>
        </pc:sldMkLst>
      </pc:sldChg>
      <pc:sldChg chg="del">
        <pc:chgData name="Fisher, John" userId="fcb46724-a0b0-4fcb-a516-4061ac7ec350" providerId="ADAL" clId="{09884156-C866-47EC-ADA2-39E1626078A9}" dt="2024-06-21T10:01:22.666" v="4" actId="2696"/>
        <pc:sldMkLst>
          <pc:docMk/>
          <pc:sldMk cId="206272966" sldId="382"/>
        </pc:sldMkLst>
      </pc:sldChg>
      <pc:sldChg chg="del">
        <pc:chgData name="Fisher, John" userId="fcb46724-a0b0-4fcb-a516-4061ac7ec350" providerId="ADAL" clId="{09884156-C866-47EC-ADA2-39E1626078A9}" dt="2024-06-21T10:01:22.666" v="4" actId="2696"/>
        <pc:sldMkLst>
          <pc:docMk/>
          <pc:sldMk cId="350376605" sldId="388"/>
        </pc:sldMkLst>
      </pc:sldChg>
      <pc:sldChg chg="del">
        <pc:chgData name="Fisher, John" userId="fcb46724-a0b0-4fcb-a516-4061ac7ec350" providerId="ADAL" clId="{09884156-C866-47EC-ADA2-39E1626078A9}" dt="2024-06-21T10:01:22.666" v="4" actId="2696"/>
        <pc:sldMkLst>
          <pc:docMk/>
          <pc:sldMk cId="3370362625" sldId="389"/>
        </pc:sldMkLst>
      </pc:sldChg>
      <pc:sldChg chg="del">
        <pc:chgData name="Fisher, John" userId="fcb46724-a0b0-4fcb-a516-4061ac7ec350" providerId="ADAL" clId="{09884156-C866-47EC-ADA2-39E1626078A9}" dt="2024-06-21T10:01:22.666" v="4" actId="2696"/>
        <pc:sldMkLst>
          <pc:docMk/>
          <pc:sldMk cId="3753907349" sldId="392"/>
        </pc:sldMkLst>
      </pc:sldChg>
      <pc:sldChg chg="del">
        <pc:chgData name="Fisher, John" userId="fcb46724-a0b0-4fcb-a516-4061ac7ec350" providerId="ADAL" clId="{09884156-C866-47EC-ADA2-39E1626078A9}" dt="2024-06-21T10:01:22.666" v="4" actId="2696"/>
        <pc:sldMkLst>
          <pc:docMk/>
          <pc:sldMk cId="2905913955" sldId="393"/>
        </pc:sldMkLst>
      </pc:sldChg>
      <pc:sldChg chg="del">
        <pc:chgData name="Fisher, John" userId="fcb46724-a0b0-4fcb-a516-4061ac7ec350" providerId="ADAL" clId="{09884156-C866-47EC-ADA2-39E1626078A9}" dt="2024-06-21T10:01:22.666" v="4" actId="2696"/>
        <pc:sldMkLst>
          <pc:docMk/>
          <pc:sldMk cId="1769853957" sldId="394"/>
        </pc:sldMkLst>
      </pc:sldChg>
      <pc:sldChg chg="del">
        <pc:chgData name="Fisher, John" userId="fcb46724-a0b0-4fcb-a516-4061ac7ec350" providerId="ADAL" clId="{09884156-C866-47EC-ADA2-39E1626078A9}" dt="2024-06-21T10:04:31.272" v="9" actId="2696"/>
        <pc:sldMkLst>
          <pc:docMk/>
          <pc:sldMk cId="1313568838" sldId="427"/>
        </pc:sldMkLst>
      </pc:sldChg>
      <pc:sldChg chg="delCm">
        <pc:chgData name="Fisher, John" userId="fcb46724-a0b0-4fcb-a516-4061ac7ec350" providerId="ADAL" clId="{09884156-C866-47EC-ADA2-39E1626078A9}" dt="2024-06-21T10:00:36.648" v="2"/>
        <pc:sldMkLst>
          <pc:docMk/>
          <pc:sldMk cId="43825914" sldId="450"/>
        </pc:sldMkLst>
        <pc:extLst>
          <p:ext xmlns:p="http://schemas.openxmlformats.org/presentationml/2006/main" uri="{D6D511B9-2390-475A-947B-AFAB55BFBCF1}">
            <pc226:cmChg xmlns:pc226="http://schemas.microsoft.com/office/powerpoint/2022/06/main/command" chg="del">
              <pc226:chgData name="Fisher, John" userId="fcb46724-a0b0-4fcb-a516-4061ac7ec350" providerId="ADAL" clId="{09884156-C866-47EC-ADA2-39E1626078A9}" dt="2024-06-21T10:00:36.648" v="2"/>
              <pc2:cmMkLst xmlns:pc2="http://schemas.microsoft.com/office/powerpoint/2019/9/main/command">
                <pc:docMk/>
                <pc:sldMk cId="43825914" sldId="450"/>
                <pc2:cmMk id="{AF8FCBE9-8211-464A-841F-5A747798405B}"/>
              </pc2:cmMkLst>
            </pc226:cmChg>
          </p:ext>
        </pc:extLst>
      </pc:sldChg>
      <pc:sldChg chg="del">
        <pc:chgData name="Fisher, John" userId="fcb46724-a0b0-4fcb-a516-4061ac7ec350" providerId="ADAL" clId="{09884156-C866-47EC-ADA2-39E1626078A9}" dt="2024-06-21T10:04:31.272" v="9" actId="2696"/>
        <pc:sldMkLst>
          <pc:docMk/>
          <pc:sldMk cId="1525653946" sldId="452"/>
        </pc:sldMkLst>
      </pc:sldChg>
      <pc:sldChg chg="del">
        <pc:chgData name="Fisher, John" userId="fcb46724-a0b0-4fcb-a516-4061ac7ec350" providerId="ADAL" clId="{09884156-C866-47EC-ADA2-39E1626078A9}" dt="2024-06-21T10:04:31.272" v="9" actId="2696"/>
        <pc:sldMkLst>
          <pc:docMk/>
          <pc:sldMk cId="2283392647" sldId="453"/>
        </pc:sldMkLst>
      </pc:sldChg>
      <pc:sldChg chg="del">
        <pc:chgData name="Fisher, John" userId="fcb46724-a0b0-4fcb-a516-4061ac7ec350" providerId="ADAL" clId="{09884156-C866-47EC-ADA2-39E1626078A9}" dt="2024-06-21T10:04:31.272" v="9" actId="2696"/>
        <pc:sldMkLst>
          <pc:docMk/>
          <pc:sldMk cId="2827897959" sldId="454"/>
        </pc:sldMkLst>
      </pc:sldChg>
      <pc:sldChg chg="del">
        <pc:chgData name="Fisher, John" userId="fcb46724-a0b0-4fcb-a516-4061ac7ec350" providerId="ADAL" clId="{09884156-C866-47EC-ADA2-39E1626078A9}" dt="2024-06-21T10:04:31.272" v="9" actId="2696"/>
        <pc:sldMkLst>
          <pc:docMk/>
          <pc:sldMk cId="2417261443" sldId="455"/>
        </pc:sldMkLst>
      </pc:sldChg>
      <pc:sldChg chg="del">
        <pc:chgData name="Fisher, John" userId="fcb46724-a0b0-4fcb-a516-4061ac7ec350" providerId="ADAL" clId="{09884156-C866-47EC-ADA2-39E1626078A9}" dt="2024-06-21T10:04:31.272" v="9" actId="2696"/>
        <pc:sldMkLst>
          <pc:docMk/>
          <pc:sldMk cId="451618412" sldId="456"/>
        </pc:sldMkLst>
      </pc:sldChg>
      <pc:sldChg chg="del">
        <pc:chgData name="Fisher, John" userId="fcb46724-a0b0-4fcb-a516-4061ac7ec350" providerId="ADAL" clId="{09884156-C866-47EC-ADA2-39E1626078A9}" dt="2024-06-21T10:04:31.272" v="9" actId="2696"/>
        <pc:sldMkLst>
          <pc:docMk/>
          <pc:sldMk cId="1165321111" sldId="457"/>
        </pc:sldMkLst>
      </pc:sldChg>
      <pc:sldChg chg="del">
        <pc:chgData name="Fisher, John" userId="fcb46724-a0b0-4fcb-a516-4061ac7ec350" providerId="ADAL" clId="{09884156-C866-47EC-ADA2-39E1626078A9}" dt="2024-06-21T10:04:31.272" v="9" actId="2696"/>
        <pc:sldMkLst>
          <pc:docMk/>
          <pc:sldMk cId="824900612" sldId="458"/>
        </pc:sldMkLst>
      </pc:sldChg>
      <pc:sldChg chg="del">
        <pc:chgData name="Fisher, John" userId="fcb46724-a0b0-4fcb-a516-4061ac7ec350" providerId="ADAL" clId="{09884156-C866-47EC-ADA2-39E1626078A9}" dt="2024-06-21T10:04:31.272" v="9" actId="2696"/>
        <pc:sldMkLst>
          <pc:docMk/>
          <pc:sldMk cId="247464679" sldId="459"/>
        </pc:sldMkLst>
      </pc:sldChg>
      <pc:sldChg chg="del">
        <pc:chgData name="Fisher, John" userId="fcb46724-a0b0-4fcb-a516-4061ac7ec350" providerId="ADAL" clId="{09884156-C866-47EC-ADA2-39E1626078A9}" dt="2024-06-21T10:04:31.272" v="9" actId="2696"/>
        <pc:sldMkLst>
          <pc:docMk/>
          <pc:sldMk cId="2509015482" sldId="460"/>
        </pc:sldMkLst>
      </pc:sldChg>
      <pc:sldChg chg="del">
        <pc:chgData name="Fisher, John" userId="fcb46724-a0b0-4fcb-a516-4061ac7ec350" providerId="ADAL" clId="{09884156-C866-47EC-ADA2-39E1626078A9}" dt="2024-06-21T10:04:31.272" v="9" actId="2696"/>
        <pc:sldMkLst>
          <pc:docMk/>
          <pc:sldMk cId="2499948726" sldId="461"/>
        </pc:sldMkLst>
      </pc:sldChg>
      <pc:sldMasterChg chg="del delSldLayout">
        <pc:chgData name="Fisher, John" userId="fcb46724-a0b0-4fcb-a516-4061ac7ec350" providerId="ADAL" clId="{09884156-C866-47EC-ADA2-39E1626078A9}" dt="2024-06-21T10:01:22.666" v="4" actId="2696"/>
        <pc:sldMasterMkLst>
          <pc:docMk/>
          <pc:sldMasterMk cId="4225124358" sldId="2147483648"/>
        </pc:sldMasterMkLst>
        <pc:sldLayoutChg chg="del">
          <pc:chgData name="Fisher, John" userId="fcb46724-a0b0-4fcb-a516-4061ac7ec350" providerId="ADAL" clId="{09884156-C866-47EC-ADA2-39E1626078A9}" dt="2024-06-21T10:01:22.666" v="4" actId="2696"/>
          <pc:sldLayoutMkLst>
            <pc:docMk/>
            <pc:sldMasterMk cId="4225124358" sldId="2147483648"/>
            <pc:sldLayoutMk cId="1989743992" sldId="2147483649"/>
          </pc:sldLayoutMkLst>
        </pc:sldLayoutChg>
        <pc:sldLayoutChg chg="del">
          <pc:chgData name="Fisher, John" userId="fcb46724-a0b0-4fcb-a516-4061ac7ec350" providerId="ADAL" clId="{09884156-C866-47EC-ADA2-39E1626078A9}" dt="2024-06-21T10:01:22.666" v="4" actId="2696"/>
          <pc:sldLayoutMkLst>
            <pc:docMk/>
            <pc:sldMasterMk cId="4225124358" sldId="2147483648"/>
            <pc:sldLayoutMk cId="3713917650" sldId="2147483650"/>
          </pc:sldLayoutMkLst>
        </pc:sldLayoutChg>
        <pc:sldLayoutChg chg="del">
          <pc:chgData name="Fisher, John" userId="fcb46724-a0b0-4fcb-a516-4061ac7ec350" providerId="ADAL" clId="{09884156-C866-47EC-ADA2-39E1626078A9}" dt="2024-06-21T10:01:22.666" v="4" actId="2696"/>
          <pc:sldLayoutMkLst>
            <pc:docMk/>
            <pc:sldMasterMk cId="4225124358" sldId="2147483648"/>
            <pc:sldLayoutMk cId="1612535142" sldId="2147483651"/>
          </pc:sldLayoutMkLst>
        </pc:sldLayoutChg>
        <pc:sldLayoutChg chg="del">
          <pc:chgData name="Fisher, John" userId="fcb46724-a0b0-4fcb-a516-4061ac7ec350" providerId="ADAL" clId="{09884156-C866-47EC-ADA2-39E1626078A9}" dt="2024-06-21T10:01:22.666" v="4" actId="2696"/>
          <pc:sldLayoutMkLst>
            <pc:docMk/>
            <pc:sldMasterMk cId="4225124358" sldId="2147483648"/>
            <pc:sldLayoutMk cId="3218694527" sldId="2147483652"/>
          </pc:sldLayoutMkLst>
        </pc:sldLayoutChg>
        <pc:sldLayoutChg chg="del">
          <pc:chgData name="Fisher, John" userId="fcb46724-a0b0-4fcb-a516-4061ac7ec350" providerId="ADAL" clId="{09884156-C866-47EC-ADA2-39E1626078A9}" dt="2024-06-21T10:01:22.666" v="4" actId="2696"/>
          <pc:sldLayoutMkLst>
            <pc:docMk/>
            <pc:sldMasterMk cId="4225124358" sldId="2147483648"/>
            <pc:sldLayoutMk cId="3686232908" sldId="2147483654"/>
          </pc:sldLayoutMkLst>
        </pc:sldLayoutChg>
        <pc:sldLayoutChg chg="del">
          <pc:chgData name="Fisher, John" userId="fcb46724-a0b0-4fcb-a516-4061ac7ec350" providerId="ADAL" clId="{09884156-C866-47EC-ADA2-39E1626078A9}" dt="2024-06-21T10:01:22.666" v="4" actId="2696"/>
          <pc:sldLayoutMkLst>
            <pc:docMk/>
            <pc:sldMasterMk cId="4225124358" sldId="2147483648"/>
            <pc:sldLayoutMk cId="4214393449" sldId="2147483655"/>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45C1029-6516-4C7C-BFE7-65239A5DDC91}" type="doc">
      <dgm:prSet loTypeId="urn:microsoft.com/office/officeart/2005/8/layout/process1" loCatId="process" qsTypeId="urn:microsoft.com/office/officeart/2005/8/quickstyle/simple1" qsCatId="simple" csTypeId="urn:microsoft.com/office/officeart/2005/8/colors/accent2_2" csCatId="accent2" phldr="1"/>
      <dgm:spPr/>
    </dgm:pt>
    <dgm:pt modelId="{B75DD1FC-C648-4D74-96A9-9E0CF8240695}">
      <dgm:prSet phldrT="[Text]" phldr="0"/>
      <dgm:spPr>
        <a:xfrm>
          <a:off x="4909" y="918892"/>
          <a:ext cx="2146420" cy="1287852"/>
        </a:xfrm>
        <a:prstGeom prst="roundRect">
          <a:avLst>
            <a:gd name="adj" fmla="val 10000"/>
          </a:avLst>
        </a:prstGeom>
        <a:solidFill>
          <a:srgbClr val="ED7D31">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a:lstStyle/>
        <a:p>
          <a:pPr>
            <a:lnSpc>
              <a:spcPct val="100000"/>
            </a:lnSpc>
            <a:buNone/>
          </a:pPr>
          <a:r>
            <a:rPr lang="en-US">
              <a:solidFill>
                <a:sysClr val="window" lastClr="FFFFFF"/>
              </a:solidFill>
              <a:latin typeface="Calibri Light" panose="020F0302020204030204"/>
              <a:ea typeface="+mn-ea"/>
              <a:cs typeface="+mn-cs"/>
            </a:rPr>
            <a:t>Discovery</a:t>
          </a:r>
          <a:endParaRPr lang="en-US">
            <a:solidFill>
              <a:sysClr val="window" lastClr="FFFFFF"/>
            </a:solidFill>
            <a:latin typeface="Calibri" panose="020F0502020204030204"/>
            <a:ea typeface="+mn-ea"/>
            <a:cs typeface="+mn-cs"/>
          </a:endParaRPr>
        </a:p>
      </dgm:t>
    </dgm:pt>
    <dgm:pt modelId="{B27D5499-3091-494F-A179-06F916E1C31C}" type="parTrans" cxnId="{5D5A7B73-F3D6-42BD-8736-419D5A6EC30E}">
      <dgm:prSet/>
      <dgm:spPr/>
      <dgm:t>
        <a:bodyPr/>
        <a:lstStyle/>
        <a:p>
          <a:endParaRPr lang="en-GB"/>
        </a:p>
      </dgm:t>
    </dgm:pt>
    <dgm:pt modelId="{5AAA4133-FBE3-443A-B7C2-6D39AF75C47C}" type="sibTrans" cxnId="{5D5A7B73-F3D6-42BD-8736-419D5A6EC30E}">
      <dgm:prSet/>
      <dgm:spPr>
        <a:xfrm>
          <a:off x="2365971" y="1296662"/>
          <a:ext cx="455041" cy="532312"/>
        </a:xfrm>
        <a:prstGeom prst="rightArrow">
          <a:avLst>
            <a:gd name="adj1" fmla="val 60000"/>
            <a:gd name="adj2" fmla="val 50000"/>
          </a:avLst>
        </a:prstGeom>
        <a:solidFill>
          <a:srgbClr val="ED7D31">
            <a:tint val="60000"/>
            <a:hueOff val="0"/>
            <a:satOff val="0"/>
            <a:lumOff val="0"/>
            <a:alphaOff val="0"/>
          </a:srgbClr>
        </a:solidFill>
        <a:ln>
          <a:noFill/>
        </a:ln>
        <a:effectLst/>
      </dgm:spPr>
      <dgm:t>
        <a:bodyPr/>
        <a:lstStyle/>
        <a:p>
          <a:pPr>
            <a:buNone/>
          </a:pPr>
          <a:endParaRPr lang="en-US">
            <a:solidFill>
              <a:sysClr val="window" lastClr="FFFFFF"/>
            </a:solidFill>
            <a:latin typeface="Calibri" panose="020F0502020204030204"/>
            <a:ea typeface="+mn-ea"/>
            <a:cs typeface="+mn-cs"/>
          </a:endParaRPr>
        </a:p>
      </dgm:t>
    </dgm:pt>
    <dgm:pt modelId="{A8CF7210-C625-416B-A6CB-86D555C0C692}">
      <dgm:prSet phldrT="[Text]" phldr="0"/>
      <dgm:spPr>
        <a:xfrm>
          <a:off x="3009898" y="918892"/>
          <a:ext cx="2146420" cy="1287852"/>
        </a:xfrm>
        <a:prstGeom prst="roundRect">
          <a:avLst>
            <a:gd name="adj" fmla="val 10000"/>
          </a:avLst>
        </a:prstGeom>
        <a:solidFill>
          <a:srgbClr val="ED7D31">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a:lstStyle/>
        <a:p>
          <a:pPr>
            <a:lnSpc>
              <a:spcPct val="100000"/>
            </a:lnSpc>
            <a:buNone/>
          </a:pPr>
          <a:r>
            <a:rPr lang="en-US">
              <a:solidFill>
                <a:sysClr val="window" lastClr="FFFFFF"/>
              </a:solidFill>
              <a:latin typeface="Calibri Light" panose="020F0302020204030204"/>
              <a:ea typeface="+mn-ea"/>
              <a:cs typeface="+mn-cs"/>
            </a:rPr>
            <a:t>Definition</a:t>
          </a:r>
          <a:endParaRPr lang="en-US">
            <a:solidFill>
              <a:sysClr val="window" lastClr="FFFFFF"/>
            </a:solidFill>
            <a:latin typeface="Calibri" panose="020F0502020204030204"/>
            <a:ea typeface="+mn-ea"/>
            <a:cs typeface="+mn-cs"/>
          </a:endParaRPr>
        </a:p>
      </dgm:t>
    </dgm:pt>
    <dgm:pt modelId="{0B61DCAF-8D83-430B-900F-0E143C457283}" type="parTrans" cxnId="{358CC2A5-493F-4371-891A-B29692EC8B56}">
      <dgm:prSet/>
      <dgm:spPr/>
      <dgm:t>
        <a:bodyPr/>
        <a:lstStyle/>
        <a:p>
          <a:endParaRPr lang="en-GB"/>
        </a:p>
      </dgm:t>
    </dgm:pt>
    <dgm:pt modelId="{2517FAF5-A56F-443F-91A1-BF1180C37718}" type="sibTrans" cxnId="{358CC2A5-493F-4371-891A-B29692EC8B56}">
      <dgm:prSet/>
      <dgm:spPr>
        <a:xfrm>
          <a:off x="5370960" y="1296662"/>
          <a:ext cx="455041" cy="532312"/>
        </a:xfrm>
        <a:prstGeom prst="rightArrow">
          <a:avLst>
            <a:gd name="adj1" fmla="val 60000"/>
            <a:gd name="adj2" fmla="val 50000"/>
          </a:avLst>
        </a:prstGeom>
        <a:solidFill>
          <a:srgbClr val="ED7D31">
            <a:tint val="60000"/>
            <a:hueOff val="0"/>
            <a:satOff val="0"/>
            <a:lumOff val="0"/>
            <a:alphaOff val="0"/>
          </a:srgbClr>
        </a:solidFill>
        <a:ln>
          <a:noFill/>
        </a:ln>
        <a:effectLst/>
      </dgm:spPr>
      <dgm:t>
        <a:bodyPr/>
        <a:lstStyle/>
        <a:p>
          <a:pPr>
            <a:buNone/>
          </a:pPr>
          <a:endParaRPr lang="en-US">
            <a:solidFill>
              <a:sysClr val="window" lastClr="FFFFFF"/>
            </a:solidFill>
            <a:latin typeface="Calibri" panose="020F0502020204030204"/>
            <a:ea typeface="+mn-ea"/>
            <a:cs typeface="+mn-cs"/>
          </a:endParaRPr>
        </a:p>
      </dgm:t>
    </dgm:pt>
    <dgm:pt modelId="{6C35A5E1-CEAE-4AB4-9195-687C6F05A4D4}">
      <dgm:prSet phldrT="[Text]" phldr="0"/>
      <dgm:spPr>
        <a:xfrm>
          <a:off x="6014887" y="918892"/>
          <a:ext cx="2146420" cy="1287852"/>
        </a:xfrm>
        <a:prstGeom prst="roundRect">
          <a:avLst>
            <a:gd name="adj" fmla="val 10000"/>
          </a:avLst>
        </a:prstGeom>
        <a:solidFill>
          <a:srgbClr val="ED7D31">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a:lstStyle/>
        <a:p>
          <a:pPr>
            <a:lnSpc>
              <a:spcPct val="100000"/>
            </a:lnSpc>
            <a:buNone/>
          </a:pPr>
          <a:r>
            <a:rPr lang="en-US">
              <a:solidFill>
                <a:sysClr val="window" lastClr="FFFFFF"/>
              </a:solidFill>
              <a:latin typeface="Calibri Light" panose="020F0302020204030204"/>
              <a:ea typeface="+mn-ea"/>
              <a:cs typeface="+mn-cs"/>
            </a:rPr>
            <a:t>Design</a:t>
          </a:r>
          <a:endParaRPr lang="en-US">
            <a:solidFill>
              <a:sysClr val="window" lastClr="FFFFFF"/>
            </a:solidFill>
            <a:latin typeface="Calibri" panose="020F0502020204030204"/>
            <a:ea typeface="+mn-ea"/>
            <a:cs typeface="+mn-cs"/>
          </a:endParaRPr>
        </a:p>
      </dgm:t>
    </dgm:pt>
    <dgm:pt modelId="{00CB5BD9-3AA6-4DC4-92E5-AECB8555AA21}" type="parTrans" cxnId="{DD31CDA4-521C-49D8-9AB8-4491A7C3E752}">
      <dgm:prSet/>
      <dgm:spPr/>
      <dgm:t>
        <a:bodyPr/>
        <a:lstStyle/>
        <a:p>
          <a:endParaRPr lang="en-GB"/>
        </a:p>
      </dgm:t>
    </dgm:pt>
    <dgm:pt modelId="{093E1B28-7796-4D1F-BAF9-1546840FF2B8}" type="sibTrans" cxnId="{DD31CDA4-521C-49D8-9AB8-4491A7C3E752}">
      <dgm:prSet/>
      <dgm:spPr>
        <a:xfrm>
          <a:off x="8375949" y="1296662"/>
          <a:ext cx="455041" cy="532312"/>
        </a:xfrm>
        <a:prstGeom prst="rightArrow">
          <a:avLst>
            <a:gd name="adj1" fmla="val 60000"/>
            <a:gd name="adj2" fmla="val 50000"/>
          </a:avLst>
        </a:prstGeom>
        <a:solidFill>
          <a:srgbClr val="ED7D31">
            <a:tint val="60000"/>
            <a:hueOff val="0"/>
            <a:satOff val="0"/>
            <a:lumOff val="0"/>
            <a:alphaOff val="0"/>
          </a:srgbClr>
        </a:solidFill>
        <a:ln>
          <a:noFill/>
        </a:ln>
        <a:effectLst/>
      </dgm:spPr>
      <dgm:t>
        <a:bodyPr/>
        <a:lstStyle/>
        <a:p>
          <a:pPr>
            <a:buNone/>
          </a:pPr>
          <a:endParaRPr lang="en-US">
            <a:solidFill>
              <a:sysClr val="window" lastClr="FFFFFF"/>
            </a:solidFill>
            <a:latin typeface="Calibri" panose="020F0502020204030204"/>
            <a:ea typeface="+mn-ea"/>
            <a:cs typeface="+mn-cs"/>
          </a:endParaRPr>
        </a:p>
      </dgm:t>
    </dgm:pt>
    <dgm:pt modelId="{5ADB5A8C-0F79-4AC0-8D28-9EE9D49D7449}">
      <dgm:prSet phldr="0"/>
      <dgm:spPr>
        <a:xfrm>
          <a:off x="9019876" y="918892"/>
          <a:ext cx="2146420" cy="1287852"/>
        </a:xfrm>
        <a:prstGeom prst="roundRect">
          <a:avLst>
            <a:gd name="adj" fmla="val 10000"/>
          </a:avLst>
        </a:prstGeom>
        <a:solidFill>
          <a:srgbClr val="ED7D31">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a:lstStyle/>
        <a:p>
          <a:pPr>
            <a:lnSpc>
              <a:spcPct val="100000"/>
            </a:lnSpc>
            <a:buNone/>
          </a:pPr>
          <a:r>
            <a:rPr lang="en-US">
              <a:solidFill>
                <a:sysClr val="window" lastClr="FFFFFF"/>
              </a:solidFill>
              <a:latin typeface="Calibri Light" panose="020F0302020204030204"/>
              <a:ea typeface="+mn-ea"/>
              <a:cs typeface="+mn-cs"/>
            </a:rPr>
            <a:t>Development</a:t>
          </a:r>
        </a:p>
      </dgm:t>
    </dgm:pt>
    <dgm:pt modelId="{1F67CAD9-E104-411A-9CB6-8B01866F24FD}" type="parTrans" cxnId="{00C35C9B-A6B5-48BB-99D1-830BAD57C83F}">
      <dgm:prSet/>
      <dgm:spPr/>
      <dgm:t>
        <a:bodyPr/>
        <a:lstStyle/>
        <a:p>
          <a:endParaRPr lang="en-GB"/>
        </a:p>
      </dgm:t>
    </dgm:pt>
    <dgm:pt modelId="{D9012072-E3E4-4BA9-AC08-524A58594230}" type="sibTrans" cxnId="{00C35C9B-A6B5-48BB-99D1-830BAD57C83F}">
      <dgm:prSet/>
      <dgm:spPr/>
      <dgm:t>
        <a:bodyPr/>
        <a:lstStyle/>
        <a:p>
          <a:endParaRPr lang="en-US"/>
        </a:p>
      </dgm:t>
    </dgm:pt>
    <dgm:pt modelId="{7723496B-AEC3-4EE9-8DBE-3223C3D08079}" type="pres">
      <dgm:prSet presAssocID="{F45C1029-6516-4C7C-BFE7-65239A5DDC91}" presName="Name0" presStyleCnt="0">
        <dgm:presLayoutVars>
          <dgm:dir/>
          <dgm:resizeHandles val="exact"/>
        </dgm:presLayoutVars>
      </dgm:prSet>
      <dgm:spPr/>
    </dgm:pt>
    <dgm:pt modelId="{B2202F9F-25F2-4B77-8C9D-D3F5533CF142}" type="pres">
      <dgm:prSet presAssocID="{B75DD1FC-C648-4D74-96A9-9E0CF8240695}" presName="node" presStyleLbl="node1" presStyleIdx="0" presStyleCnt="4">
        <dgm:presLayoutVars>
          <dgm:bulletEnabled val="1"/>
        </dgm:presLayoutVars>
      </dgm:prSet>
      <dgm:spPr/>
    </dgm:pt>
    <dgm:pt modelId="{7D23B1DD-3753-447A-822A-AB90862FE59B}" type="pres">
      <dgm:prSet presAssocID="{5AAA4133-FBE3-443A-B7C2-6D39AF75C47C}" presName="sibTrans" presStyleLbl="sibTrans2D1" presStyleIdx="0" presStyleCnt="3"/>
      <dgm:spPr/>
    </dgm:pt>
    <dgm:pt modelId="{51244A5C-7100-4FAD-A29E-F2E838081B19}" type="pres">
      <dgm:prSet presAssocID="{5AAA4133-FBE3-443A-B7C2-6D39AF75C47C}" presName="connectorText" presStyleLbl="sibTrans2D1" presStyleIdx="0" presStyleCnt="3"/>
      <dgm:spPr/>
    </dgm:pt>
    <dgm:pt modelId="{F3208D1C-3D3D-4BA7-81E5-CBD91A2B89C9}" type="pres">
      <dgm:prSet presAssocID="{A8CF7210-C625-416B-A6CB-86D555C0C692}" presName="node" presStyleLbl="node1" presStyleIdx="1" presStyleCnt="4">
        <dgm:presLayoutVars>
          <dgm:bulletEnabled val="1"/>
        </dgm:presLayoutVars>
      </dgm:prSet>
      <dgm:spPr/>
    </dgm:pt>
    <dgm:pt modelId="{C8DF65A4-B05F-43E6-8CE3-93C24E2FE8EF}" type="pres">
      <dgm:prSet presAssocID="{2517FAF5-A56F-443F-91A1-BF1180C37718}" presName="sibTrans" presStyleLbl="sibTrans2D1" presStyleIdx="1" presStyleCnt="3"/>
      <dgm:spPr/>
    </dgm:pt>
    <dgm:pt modelId="{E9F19E8C-01C0-4656-9D99-F3C03012C8BA}" type="pres">
      <dgm:prSet presAssocID="{2517FAF5-A56F-443F-91A1-BF1180C37718}" presName="connectorText" presStyleLbl="sibTrans2D1" presStyleIdx="1" presStyleCnt="3"/>
      <dgm:spPr/>
    </dgm:pt>
    <dgm:pt modelId="{C58EBAE5-ED3A-466B-9999-321359CCAB24}" type="pres">
      <dgm:prSet presAssocID="{6C35A5E1-CEAE-4AB4-9195-687C6F05A4D4}" presName="node" presStyleLbl="node1" presStyleIdx="2" presStyleCnt="4">
        <dgm:presLayoutVars>
          <dgm:bulletEnabled val="1"/>
        </dgm:presLayoutVars>
      </dgm:prSet>
      <dgm:spPr/>
    </dgm:pt>
    <dgm:pt modelId="{DDAD844F-8C64-4659-A960-4EB8C2F4434D}" type="pres">
      <dgm:prSet presAssocID="{093E1B28-7796-4D1F-BAF9-1546840FF2B8}" presName="sibTrans" presStyleLbl="sibTrans2D1" presStyleIdx="2" presStyleCnt="3"/>
      <dgm:spPr/>
    </dgm:pt>
    <dgm:pt modelId="{4EA9B697-CDA7-4933-9B8C-38F69C11C944}" type="pres">
      <dgm:prSet presAssocID="{093E1B28-7796-4D1F-BAF9-1546840FF2B8}" presName="connectorText" presStyleLbl="sibTrans2D1" presStyleIdx="2" presStyleCnt="3"/>
      <dgm:spPr/>
    </dgm:pt>
    <dgm:pt modelId="{5E9221C2-794E-4672-BBD7-D993E4C25858}" type="pres">
      <dgm:prSet presAssocID="{5ADB5A8C-0F79-4AC0-8D28-9EE9D49D7449}" presName="node" presStyleLbl="node1" presStyleIdx="3" presStyleCnt="4">
        <dgm:presLayoutVars>
          <dgm:bulletEnabled val="1"/>
        </dgm:presLayoutVars>
      </dgm:prSet>
      <dgm:spPr/>
    </dgm:pt>
  </dgm:ptLst>
  <dgm:cxnLst>
    <dgm:cxn modelId="{596C6207-7A2B-4226-8E02-EC6AC2348C8C}" type="presOf" srcId="{F45C1029-6516-4C7C-BFE7-65239A5DDC91}" destId="{7723496B-AEC3-4EE9-8DBE-3223C3D08079}" srcOrd="0" destOrd="0" presId="urn:microsoft.com/office/officeart/2005/8/layout/process1"/>
    <dgm:cxn modelId="{D3CFEF0C-0BB2-4798-8223-A4DE56A603A2}" type="presOf" srcId="{5AAA4133-FBE3-443A-B7C2-6D39AF75C47C}" destId="{7D23B1DD-3753-447A-822A-AB90862FE59B}" srcOrd="0" destOrd="0" presId="urn:microsoft.com/office/officeart/2005/8/layout/process1"/>
    <dgm:cxn modelId="{D2E64225-A98F-49A5-8221-87CDC0000549}" type="presOf" srcId="{093E1B28-7796-4D1F-BAF9-1546840FF2B8}" destId="{DDAD844F-8C64-4659-A960-4EB8C2F4434D}" srcOrd="0" destOrd="0" presId="urn:microsoft.com/office/officeart/2005/8/layout/process1"/>
    <dgm:cxn modelId="{64183135-68C7-4F72-BEFF-5B03177552F6}" type="presOf" srcId="{093E1B28-7796-4D1F-BAF9-1546840FF2B8}" destId="{4EA9B697-CDA7-4933-9B8C-38F69C11C944}" srcOrd="1" destOrd="0" presId="urn:microsoft.com/office/officeart/2005/8/layout/process1"/>
    <dgm:cxn modelId="{5D5A7B73-F3D6-42BD-8736-419D5A6EC30E}" srcId="{F45C1029-6516-4C7C-BFE7-65239A5DDC91}" destId="{B75DD1FC-C648-4D74-96A9-9E0CF8240695}" srcOrd="0" destOrd="0" parTransId="{B27D5499-3091-494F-A179-06F916E1C31C}" sibTransId="{5AAA4133-FBE3-443A-B7C2-6D39AF75C47C}"/>
    <dgm:cxn modelId="{1AC3DE59-C0E8-4823-98B7-4186D169C9EB}" type="presOf" srcId="{5ADB5A8C-0F79-4AC0-8D28-9EE9D49D7449}" destId="{5E9221C2-794E-4672-BBD7-D993E4C25858}" srcOrd="0" destOrd="0" presId="urn:microsoft.com/office/officeart/2005/8/layout/process1"/>
    <dgm:cxn modelId="{7E775480-779F-41AE-9D4F-7CD5884F3594}" type="presOf" srcId="{2517FAF5-A56F-443F-91A1-BF1180C37718}" destId="{C8DF65A4-B05F-43E6-8CE3-93C24E2FE8EF}" srcOrd="0" destOrd="0" presId="urn:microsoft.com/office/officeart/2005/8/layout/process1"/>
    <dgm:cxn modelId="{00C35C9B-A6B5-48BB-99D1-830BAD57C83F}" srcId="{F45C1029-6516-4C7C-BFE7-65239A5DDC91}" destId="{5ADB5A8C-0F79-4AC0-8D28-9EE9D49D7449}" srcOrd="3" destOrd="0" parTransId="{1F67CAD9-E104-411A-9CB6-8B01866F24FD}" sibTransId="{D9012072-E3E4-4BA9-AC08-524A58594230}"/>
    <dgm:cxn modelId="{DD31CDA4-521C-49D8-9AB8-4491A7C3E752}" srcId="{F45C1029-6516-4C7C-BFE7-65239A5DDC91}" destId="{6C35A5E1-CEAE-4AB4-9195-687C6F05A4D4}" srcOrd="2" destOrd="0" parTransId="{00CB5BD9-3AA6-4DC4-92E5-AECB8555AA21}" sibTransId="{093E1B28-7796-4D1F-BAF9-1546840FF2B8}"/>
    <dgm:cxn modelId="{358CC2A5-493F-4371-891A-B29692EC8B56}" srcId="{F45C1029-6516-4C7C-BFE7-65239A5DDC91}" destId="{A8CF7210-C625-416B-A6CB-86D555C0C692}" srcOrd="1" destOrd="0" parTransId="{0B61DCAF-8D83-430B-900F-0E143C457283}" sibTransId="{2517FAF5-A56F-443F-91A1-BF1180C37718}"/>
    <dgm:cxn modelId="{3CE715C4-F5C0-4C2D-A5DD-109F19096C98}" type="presOf" srcId="{2517FAF5-A56F-443F-91A1-BF1180C37718}" destId="{E9F19E8C-01C0-4656-9D99-F3C03012C8BA}" srcOrd="1" destOrd="0" presId="urn:microsoft.com/office/officeart/2005/8/layout/process1"/>
    <dgm:cxn modelId="{6BE707CC-701E-4CD9-9A7F-C9FE235DCC6C}" type="presOf" srcId="{6C35A5E1-CEAE-4AB4-9195-687C6F05A4D4}" destId="{C58EBAE5-ED3A-466B-9999-321359CCAB24}" srcOrd="0" destOrd="0" presId="urn:microsoft.com/office/officeart/2005/8/layout/process1"/>
    <dgm:cxn modelId="{A5FE59D1-C513-4FE1-874B-D326A0323692}" type="presOf" srcId="{B75DD1FC-C648-4D74-96A9-9E0CF8240695}" destId="{B2202F9F-25F2-4B77-8C9D-D3F5533CF142}" srcOrd="0" destOrd="0" presId="urn:microsoft.com/office/officeart/2005/8/layout/process1"/>
    <dgm:cxn modelId="{D86B21D8-FAFB-4905-995D-040261D48D1A}" type="presOf" srcId="{A8CF7210-C625-416B-A6CB-86D555C0C692}" destId="{F3208D1C-3D3D-4BA7-81E5-CBD91A2B89C9}" srcOrd="0" destOrd="0" presId="urn:microsoft.com/office/officeart/2005/8/layout/process1"/>
    <dgm:cxn modelId="{0034E3F9-AC51-4F1E-80F2-D8C013946906}" type="presOf" srcId="{5AAA4133-FBE3-443A-B7C2-6D39AF75C47C}" destId="{51244A5C-7100-4FAD-A29E-F2E838081B19}" srcOrd="1" destOrd="0" presId="urn:microsoft.com/office/officeart/2005/8/layout/process1"/>
    <dgm:cxn modelId="{075B2E81-A388-4B5E-8AB3-C999C967C125}" type="presParOf" srcId="{7723496B-AEC3-4EE9-8DBE-3223C3D08079}" destId="{B2202F9F-25F2-4B77-8C9D-D3F5533CF142}" srcOrd="0" destOrd="0" presId="urn:microsoft.com/office/officeart/2005/8/layout/process1"/>
    <dgm:cxn modelId="{DE18CA04-3348-4448-ADAA-65890EDB7E6E}" type="presParOf" srcId="{7723496B-AEC3-4EE9-8DBE-3223C3D08079}" destId="{7D23B1DD-3753-447A-822A-AB90862FE59B}" srcOrd="1" destOrd="0" presId="urn:microsoft.com/office/officeart/2005/8/layout/process1"/>
    <dgm:cxn modelId="{F746F4AC-2BAF-49E9-BB95-A63D4206D24C}" type="presParOf" srcId="{7D23B1DD-3753-447A-822A-AB90862FE59B}" destId="{51244A5C-7100-4FAD-A29E-F2E838081B19}" srcOrd="0" destOrd="0" presId="urn:microsoft.com/office/officeart/2005/8/layout/process1"/>
    <dgm:cxn modelId="{09B9928A-55CB-4960-BBDE-EA8DA4F7F9B5}" type="presParOf" srcId="{7723496B-AEC3-4EE9-8DBE-3223C3D08079}" destId="{F3208D1C-3D3D-4BA7-81E5-CBD91A2B89C9}" srcOrd="2" destOrd="0" presId="urn:microsoft.com/office/officeart/2005/8/layout/process1"/>
    <dgm:cxn modelId="{830EFFE1-9C36-4A32-B6AD-447274F1BE59}" type="presParOf" srcId="{7723496B-AEC3-4EE9-8DBE-3223C3D08079}" destId="{C8DF65A4-B05F-43E6-8CE3-93C24E2FE8EF}" srcOrd="3" destOrd="0" presId="urn:microsoft.com/office/officeart/2005/8/layout/process1"/>
    <dgm:cxn modelId="{A27D5344-81DC-432A-BF06-84569CDEB0BF}" type="presParOf" srcId="{C8DF65A4-B05F-43E6-8CE3-93C24E2FE8EF}" destId="{E9F19E8C-01C0-4656-9D99-F3C03012C8BA}" srcOrd="0" destOrd="0" presId="urn:microsoft.com/office/officeart/2005/8/layout/process1"/>
    <dgm:cxn modelId="{364D0EF1-E73E-42F3-A480-515E946258BA}" type="presParOf" srcId="{7723496B-AEC3-4EE9-8DBE-3223C3D08079}" destId="{C58EBAE5-ED3A-466B-9999-321359CCAB24}" srcOrd="4" destOrd="0" presId="urn:microsoft.com/office/officeart/2005/8/layout/process1"/>
    <dgm:cxn modelId="{F7823A0D-5222-49A7-BA08-78AE86B142EE}" type="presParOf" srcId="{7723496B-AEC3-4EE9-8DBE-3223C3D08079}" destId="{DDAD844F-8C64-4659-A960-4EB8C2F4434D}" srcOrd="5" destOrd="0" presId="urn:microsoft.com/office/officeart/2005/8/layout/process1"/>
    <dgm:cxn modelId="{F5555BE6-4F68-48C3-BDB9-E573AAA64205}" type="presParOf" srcId="{DDAD844F-8C64-4659-A960-4EB8C2F4434D}" destId="{4EA9B697-CDA7-4933-9B8C-38F69C11C944}" srcOrd="0" destOrd="0" presId="urn:microsoft.com/office/officeart/2005/8/layout/process1"/>
    <dgm:cxn modelId="{4C8367BB-55C8-4331-BF7A-936FEF14246D}" type="presParOf" srcId="{7723496B-AEC3-4EE9-8DBE-3223C3D08079}" destId="{5E9221C2-794E-4672-BBD7-D993E4C25858}" srcOrd="6"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45C1029-6516-4C7C-BFE7-65239A5DDC91}" type="doc">
      <dgm:prSet loTypeId="urn:microsoft.com/office/officeart/2005/8/layout/process1" loCatId="process" qsTypeId="urn:microsoft.com/office/officeart/2005/8/quickstyle/simple1" qsCatId="simple" csTypeId="urn:microsoft.com/office/officeart/2005/8/colors/accent2_2" csCatId="accent2" phldr="1"/>
      <dgm:spPr/>
    </dgm:pt>
    <dgm:pt modelId="{B75DD1FC-C648-4D74-96A9-9E0CF8240695}">
      <dgm:prSet phldrT="[Text]" phldr="0"/>
      <dgm:spPr/>
      <dgm:t>
        <a:bodyPr/>
        <a:lstStyle/>
        <a:p>
          <a:r>
            <a:rPr lang="en-US">
              <a:latin typeface="Calibri Light" panose="020F0302020204030204"/>
            </a:rPr>
            <a:t>Discovery</a:t>
          </a:r>
          <a:endParaRPr lang="en-US"/>
        </a:p>
      </dgm:t>
    </dgm:pt>
    <dgm:pt modelId="{B27D5499-3091-494F-A179-06F916E1C31C}" type="parTrans" cxnId="{5D5A7B73-F3D6-42BD-8736-419D5A6EC30E}">
      <dgm:prSet/>
      <dgm:spPr/>
      <dgm:t>
        <a:bodyPr/>
        <a:lstStyle/>
        <a:p>
          <a:endParaRPr lang="en-GB"/>
        </a:p>
      </dgm:t>
    </dgm:pt>
    <dgm:pt modelId="{5AAA4133-FBE3-443A-B7C2-6D39AF75C47C}" type="sibTrans" cxnId="{5D5A7B73-F3D6-42BD-8736-419D5A6EC30E}">
      <dgm:prSet/>
      <dgm:spPr/>
      <dgm:t>
        <a:bodyPr/>
        <a:lstStyle/>
        <a:p>
          <a:endParaRPr lang="en-US"/>
        </a:p>
      </dgm:t>
    </dgm:pt>
    <dgm:pt modelId="{A8CF7210-C625-416B-A6CB-86D555C0C692}">
      <dgm:prSet phldrT="[Text]" phldr="0"/>
      <dgm:spPr>
        <a:solidFill>
          <a:schemeClr val="accent2">
            <a:lumMod val="20000"/>
            <a:lumOff val="80000"/>
          </a:schemeClr>
        </a:solidFill>
      </dgm:spPr>
      <dgm:t>
        <a:bodyPr/>
        <a:lstStyle/>
        <a:p>
          <a:r>
            <a:rPr lang="en-US">
              <a:latin typeface="Calibri Light" panose="020F0302020204030204"/>
            </a:rPr>
            <a:t>Definition</a:t>
          </a:r>
          <a:endParaRPr lang="en-US"/>
        </a:p>
      </dgm:t>
    </dgm:pt>
    <dgm:pt modelId="{0B61DCAF-8D83-430B-900F-0E143C457283}" type="parTrans" cxnId="{358CC2A5-493F-4371-891A-B29692EC8B56}">
      <dgm:prSet/>
      <dgm:spPr/>
      <dgm:t>
        <a:bodyPr/>
        <a:lstStyle/>
        <a:p>
          <a:endParaRPr lang="en-GB"/>
        </a:p>
      </dgm:t>
    </dgm:pt>
    <dgm:pt modelId="{2517FAF5-A56F-443F-91A1-BF1180C37718}" type="sibTrans" cxnId="{358CC2A5-493F-4371-891A-B29692EC8B56}">
      <dgm:prSet/>
      <dgm:spPr/>
      <dgm:t>
        <a:bodyPr/>
        <a:lstStyle/>
        <a:p>
          <a:endParaRPr lang="en-US"/>
        </a:p>
      </dgm:t>
    </dgm:pt>
    <dgm:pt modelId="{6C35A5E1-CEAE-4AB4-9195-687C6F05A4D4}">
      <dgm:prSet phldrT="[Text]" phldr="0"/>
      <dgm:spPr>
        <a:solidFill>
          <a:schemeClr val="accent2">
            <a:lumMod val="20000"/>
            <a:lumOff val="80000"/>
          </a:schemeClr>
        </a:solidFill>
      </dgm:spPr>
      <dgm:t>
        <a:bodyPr/>
        <a:lstStyle/>
        <a:p>
          <a:r>
            <a:rPr lang="en-US">
              <a:latin typeface="Calibri Light" panose="020F0302020204030204"/>
            </a:rPr>
            <a:t>Design</a:t>
          </a:r>
          <a:endParaRPr lang="en-US"/>
        </a:p>
      </dgm:t>
    </dgm:pt>
    <dgm:pt modelId="{00CB5BD9-3AA6-4DC4-92E5-AECB8555AA21}" type="parTrans" cxnId="{DD31CDA4-521C-49D8-9AB8-4491A7C3E752}">
      <dgm:prSet/>
      <dgm:spPr/>
      <dgm:t>
        <a:bodyPr/>
        <a:lstStyle/>
        <a:p>
          <a:endParaRPr lang="en-GB"/>
        </a:p>
      </dgm:t>
    </dgm:pt>
    <dgm:pt modelId="{093E1B28-7796-4D1F-BAF9-1546840FF2B8}" type="sibTrans" cxnId="{DD31CDA4-521C-49D8-9AB8-4491A7C3E752}">
      <dgm:prSet/>
      <dgm:spPr/>
      <dgm:t>
        <a:bodyPr/>
        <a:lstStyle/>
        <a:p>
          <a:endParaRPr lang="en-US"/>
        </a:p>
      </dgm:t>
    </dgm:pt>
    <dgm:pt modelId="{5ADB5A8C-0F79-4AC0-8D28-9EE9D49D7449}">
      <dgm:prSet phldr="0"/>
      <dgm:spPr>
        <a:solidFill>
          <a:schemeClr val="accent2">
            <a:lumMod val="20000"/>
            <a:lumOff val="80000"/>
          </a:schemeClr>
        </a:solidFill>
      </dgm:spPr>
      <dgm:t>
        <a:bodyPr/>
        <a:lstStyle/>
        <a:p>
          <a:r>
            <a:rPr lang="en-US">
              <a:latin typeface="Calibri Light" panose="020F0302020204030204"/>
            </a:rPr>
            <a:t>Development</a:t>
          </a:r>
        </a:p>
      </dgm:t>
    </dgm:pt>
    <dgm:pt modelId="{1F67CAD9-E104-411A-9CB6-8B01866F24FD}" type="parTrans" cxnId="{00C35C9B-A6B5-48BB-99D1-830BAD57C83F}">
      <dgm:prSet/>
      <dgm:spPr/>
      <dgm:t>
        <a:bodyPr/>
        <a:lstStyle/>
        <a:p>
          <a:endParaRPr lang="en-GB"/>
        </a:p>
      </dgm:t>
    </dgm:pt>
    <dgm:pt modelId="{D9012072-E3E4-4BA9-AC08-524A58594230}" type="sibTrans" cxnId="{00C35C9B-A6B5-48BB-99D1-830BAD57C83F}">
      <dgm:prSet/>
      <dgm:spPr/>
      <dgm:t>
        <a:bodyPr/>
        <a:lstStyle/>
        <a:p>
          <a:endParaRPr lang="en-US"/>
        </a:p>
      </dgm:t>
    </dgm:pt>
    <dgm:pt modelId="{7723496B-AEC3-4EE9-8DBE-3223C3D08079}" type="pres">
      <dgm:prSet presAssocID="{F45C1029-6516-4C7C-BFE7-65239A5DDC91}" presName="Name0" presStyleCnt="0">
        <dgm:presLayoutVars>
          <dgm:dir/>
          <dgm:resizeHandles val="exact"/>
        </dgm:presLayoutVars>
      </dgm:prSet>
      <dgm:spPr/>
    </dgm:pt>
    <dgm:pt modelId="{B2202F9F-25F2-4B77-8C9D-D3F5533CF142}" type="pres">
      <dgm:prSet presAssocID="{B75DD1FC-C648-4D74-96A9-9E0CF8240695}" presName="node" presStyleLbl="node1" presStyleIdx="0" presStyleCnt="4">
        <dgm:presLayoutVars>
          <dgm:bulletEnabled val="1"/>
        </dgm:presLayoutVars>
      </dgm:prSet>
      <dgm:spPr/>
    </dgm:pt>
    <dgm:pt modelId="{7D23B1DD-3753-447A-822A-AB90862FE59B}" type="pres">
      <dgm:prSet presAssocID="{5AAA4133-FBE3-443A-B7C2-6D39AF75C47C}" presName="sibTrans" presStyleLbl="sibTrans2D1" presStyleIdx="0" presStyleCnt="3"/>
      <dgm:spPr/>
    </dgm:pt>
    <dgm:pt modelId="{51244A5C-7100-4FAD-A29E-F2E838081B19}" type="pres">
      <dgm:prSet presAssocID="{5AAA4133-FBE3-443A-B7C2-6D39AF75C47C}" presName="connectorText" presStyleLbl="sibTrans2D1" presStyleIdx="0" presStyleCnt="3"/>
      <dgm:spPr/>
    </dgm:pt>
    <dgm:pt modelId="{F3208D1C-3D3D-4BA7-81E5-CBD91A2B89C9}" type="pres">
      <dgm:prSet presAssocID="{A8CF7210-C625-416B-A6CB-86D555C0C692}" presName="node" presStyleLbl="node1" presStyleIdx="1" presStyleCnt="4">
        <dgm:presLayoutVars>
          <dgm:bulletEnabled val="1"/>
        </dgm:presLayoutVars>
      </dgm:prSet>
      <dgm:spPr/>
    </dgm:pt>
    <dgm:pt modelId="{C8DF65A4-B05F-43E6-8CE3-93C24E2FE8EF}" type="pres">
      <dgm:prSet presAssocID="{2517FAF5-A56F-443F-91A1-BF1180C37718}" presName="sibTrans" presStyleLbl="sibTrans2D1" presStyleIdx="1" presStyleCnt="3"/>
      <dgm:spPr/>
    </dgm:pt>
    <dgm:pt modelId="{E9F19E8C-01C0-4656-9D99-F3C03012C8BA}" type="pres">
      <dgm:prSet presAssocID="{2517FAF5-A56F-443F-91A1-BF1180C37718}" presName="connectorText" presStyleLbl="sibTrans2D1" presStyleIdx="1" presStyleCnt="3"/>
      <dgm:spPr/>
    </dgm:pt>
    <dgm:pt modelId="{C58EBAE5-ED3A-466B-9999-321359CCAB24}" type="pres">
      <dgm:prSet presAssocID="{6C35A5E1-CEAE-4AB4-9195-687C6F05A4D4}" presName="node" presStyleLbl="node1" presStyleIdx="2" presStyleCnt="4">
        <dgm:presLayoutVars>
          <dgm:bulletEnabled val="1"/>
        </dgm:presLayoutVars>
      </dgm:prSet>
      <dgm:spPr/>
    </dgm:pt>
    <dgm:pt modelId="{DDAD844F-8C64-4659-A960-4EB8C2F4434D}" type="pres">
      <dgm:prSet presAssocID="{093E1B28-7796-4D1F-BAF9-1546840FF2B8}" presName="sibTrans" presStyleLbl="sibTrans2D1" presStyleIdx="2" presStyleCnt="3"/>
      <dgm:spPr/>
    </dgm:pt>
    <dgm:pt modelId="{4EA9B697-CDA7-4933-9B8C-38F69C11C944}" type="pres">
      <dgm:prSet presAssocID="{093E1B28-7796-4D1F-BAF9-1546840FF2B8}" presName="connectorText" presStyleLbl="sibTrans2D1" presStyleIdx="2" presStyleCnt="3"/>
      <dgm:spPr/>
    </dgm:pt>
    <dgm:pt modelId="{5E9221C2-794E-4672-BBD7-D993E4C25858}" type="pres">
      <dgm:prSet presAssocID="{5ADB5A8C-0F79-4AC0-8D28-9EE9D49D7449}" presName="node" presStyleLbl="node1" presStyleIdx="3" presStyleCnt="4">
        <dgm:presLayoutVars>
          <dgm:bulletEnabled val="1"/>
        </dgm:presLayoutVars>
      </dgm:prSet>
      <dgm:spPr/>
    </dgm:pt>
  </dgm:ptLst>
  <dgm:cxnLst>
    <dgm:cxn modelId="{AC07D909-D9A3-40F3-8301-4B5E558A0192}" type="presOf" srcId="{F45C1029-6516-4C7C-BFE7-65239A5DDC91}" destId="{7723496B-AEC3-4EE9-8DBE-3223C3D08079}" srcOrd="0" destOrd="0" presId="urn:microsoft.com/office/officeart/2005/8/layout/process1"/>
    <dgm:cxn modelId="{9791361D-25CA-4EC3-BDFD-18B165F07A72}" type="presOf" srcId="{2517FAF5-A56F-443F-91A1-BF1180C37718}" destId="{C8DF65A4-B05F-43E6-8CE3-93C24E2FE8EF}" srcOrd="0" destOrd="0" presId="urn:microsoft.com/office/officeart/2005/8/layout/process1"/>
    <dgm:cxn modelId="{7DBA881D-D1C0-4C3D-A781-E9431B975E79}" type="presOf" srcId="{A8CF7210-C625-416B-A6CB-86D555C0C692}" destId="{F3208D1C-3D3D-4BA7-81E5-CBD91A2B89C9}" srcOrd="0" destOrd="0" presId="urn:microsoft.com/office/officeart/2005/8/layout/process1"/>
    <dgm:cxn modelId="{9E962B2E-90F8-4E97-A5EB-869F489E7954}" type="presOf" srcId="{093E1B28-7796-4D1F-BAF9-1546840FF2B8}" destId="{DDAD844F-8C64-4659-A960-4EB8C2F4434D}" srcOrd="0" destOrd="0" presId="urn:microsoft.com/office/officeart/2005/8/layout/process1"/>
    <dgm:cxn modelId="{EBB0825C-EAB7-43F8-8AD7-182F453A5B1D}" type="presOf" srcId="{093E1B28-7796-4D1F-BAF9-1546840FF2B8}" destId="{4EA9B697-CDA7-4933-9B8C-38F69C11C944}" srcOrd="1" destOrd="0" presId="urn:microsoft.com/office/officeart/2005/8/layout/process1"/>
    <dgm:cxn modelId="{EF8D336C-8818-42DE-94C5-7BBD2B1553F3}" type="presOf" srcId="{B75DD1FC-C648-4D74-96A9-9E0CF8240695}" destId="{B2202F9F-25F2-4B77-8C9D-D3F5533CF142}" srcOrd="0" destOrd="0" presId="urn:microsoft.com/office/officeart/2005/8/layout/process1"/>
    <dgm:cxn modelId="{5D5A7B73-F3D6-42BD-8736-419D5A6EC30E}" srcId="{F45C1029-6516-4C7C-BFE7-65239A5DDC91}" destId="{B75DD1FC-C648-4D74-96A9-9E0CF8240695}" srcOrd="0" destOrd="0" parTransId="{B27D5499-3091-494F-A179-06F916E1C31C}" sibTransId="{5AAA4133-FBE3-443A-B7C2-6D39AF75C47C}"/>
    <dgm:cxn modelId="{00C35C9B-A6B5-48BB-99D1-830BAD57C83F}" srcId="{F45C1029-6516-4C7C-BFE7-65239A5DDC91}" destId="{5ADB5A8C-0F79-4AC0-8D28-9EE9D49D7449}" srcOrd="3" destOrd="0" parTransId="{1F67CAD9-E104-411A-9CB6-8B01866F24FD}" sibTransId="{D9012072-E3E4-4BA9-AC08-524A58594230}"/>
    <dgm:cxn modelId="{DD31CDA4-521C-49D8-9AB8-4491A7C3E752}" srcId="{F45C1029-6516-4C7C-BFE7-65239A5DDC91}" destId="{6C35A5E1-CEAE-4AB4-9195-687C6F05A4D4}" srcOrd="2" destOrd="0" parTransId="{00CB5BD9-3AA6-4DC4-92E5-AECB8555AA21}" sibTransId="{093E1B28-7796-4D1F-BAF9-1546840FF2B8}"/>
    <dgm:cxn modelId="{358CC2A5-493F-4371-891A-B29692EC8B56}" srcId="{F45C1029-6516-4C7C-BFE7-65239A5DDC91}" destId="{A8CF7210-C625-416B-A6CB-86D555C0C692}" srcOrd="1" destOrd="0" parTransId="{0B61DCAF-8D83-430B-900F-0E143C457283}" sibTransId="{2517FAF5-A56F-443F-91A1-BF1180C37718}"/>
    <dgm:cxn modelId="{00B1C6AA-5973-41E5-81F9-72B928321E2B}" type="presOf" srcId="{5AAA4133-FBE3-443A-B7C2-6D39AF75C47C}" destId="{7D23B1DD-3753-447A-822A-AB90862FE59B}" srcOrd="0" destOrd="0" presId="urn:microsoft.com/office/officeart/2005/8/layout/process1"/>
    <dgm:cxn modelId="{858E54BC-9994-4639-B586-090165A0DD04}" type="presOf" srcId="{5ADB5A8C-0F79-4AC0-8D28-9EE9D49D7449}" destId="{5E9221C2-794E-4672-BBD7-D993E4C25858}" srcOrd="0" destOrd="0" presId="urn:microsoft.com/office/officeart/2005/8/layout/process1"/>
    <dgm:cxn modelId="{261404DE-DDA0-466E-82C8-32E129BC1A55}" type="presOf" srcId="{5AAA4133-FBE3-443A-B7C2-6D39AF75C47C}" destId="{51244A5C-7100-4FAD-A29E-F2E838081B19}" srcOrd="1" destOrd="0" presId="urn:microsoft.com/office/officeart/2005/8/layout/process1"/>
    <dgm:cxn modelId="{0E2ADFDE-C03E-4FF0-B4D3-762BCED5B118}" type="presOf" srcId="{6C35A5E1-CEAE-4AB4-9195-687C6F05A4D4}" destId="{C58EBAE5-ED3A-466B-9999-321359CCAB24}" srcOrd="0" destOrd="0" presId="urn:microsoft.com/office/officeart/2005/8/layout/process1"/>
    <dgm:cxn modelId="{10695DFB-F445-4C3C-8B18-E5E8503864DB}" type="presOf" srcId="{2517FAF5-A56F-443F-91A1-BF1180C37718}" destId="{E9F19E8C-01C0-4656-9D99-F3C03012C8BA}" srcOrd="1" destOrd="0" presId="urn:microsoft.com/office/officeart/2005/8/layout/process1"/>
    <dgm:cxn modelId="{85FE3D01-AC05-4910-8A6E-13B3BA313986}" type="presParOf" srcId="{7723496B-AEC3-4EE9-8DBE-3223C3D08079}" destId="{B2202F9F-25F2-4B77-8C9D-D3F5533CF142}" srcOrd="0" destOrd="0" presId="urn:microsoft.com/office/officeart/2005/8/layout/process1"/>
    <dgm:cxn modelId="{E647AB94-F698-4BB6-86B4-27D8627876E8}" type="presParOf" srcId="{7723496B-AEC3-4EE9-8DBE-3223C3D08079}" destId="{7D23B1DD-3753-447A-822A-AB90862FE59B}" srcOrd="1" destOrd="0" presId="urn:microsoft.com/office/officeart/2005/8/layout/process1"/>
    <dgm:cxn modelId="{BF3E2E35-DBB2-4D42-BF91-E4AD6F01C906}" type="presParOf" srcId="{7D23B1DD-3753-447A-822A-AB90862FE59B}" destId="{51244A5C-7100-4FAD-A29E-F2E838081B19}" srcOrd="0" destOrd="0" presId="urn:microsoft.com/office/officeart/2005/8/layout/process1"/>
    <dgm:cxn modelId="{7B8C15C6-EF2F-49CB-96A4-5B0B7093C71B}" type="presParOf" srcId="{7723496B-AEC3-4EE9-8DBE-3223C3D08079}" destId="{F3208D1C-3D3D-4BA7-81E5-CBD91A2B89C9}" srcOrd="2" destOrd="0" presId="urn:microsoft.com/office/officeart/2005/8/layout/process1"/>
    <dgm:cxn modelId="{7C5A9BC9-9493-4163-A88E-02F6AA76FE97}" type="presParOf" srcId="{7723496B-AEC3-4EE9-8DBE-3223C3D08079}" destId="{C8DF65A4-B05F-43E6-8CE3-93C24E2FE8EF}" srcOrd="3" destOrd="0" presId="urn:microsoft.com/office/officeart/2005/8/layout/process1"/>
    <dgm:cxn modelId="{C41138F2-0C9F-4CA6-A386-B1AC8BD49F01}" type="presParOf" srcId="{C8DF65A4-B05F-43E6-8CE3-93C24E2FE8EF}" destId="{E9F19E8C-01C0-4656-9D99-F3C03012C8BA}" srcOrd="0" destOrd="0" presId="urn:microsoft.com/office/officeart/2005/8/layout/process1"/>
    <dgm:cxn modelId="{7FF15F93-D569-45B6-85E1-F2560187DDE5}" type="presParOf" srcId="{7723496B-AEC3-4EE9-8DBE-3223C3D08079}" destId="{C58EBAE5-ED3A-466B-9999-321359CCAB24}" srcOrd="4" destOrd="0" presId="urn:microsoft.com/office/officeart/2005/8/layout/process1"/>
    <dgm:cxn modelId="{59ECF71F-6117-4787-9991-34E520668D7B}" type="presParOf" srcId="{7723496B-AEC3-4EE9-8DBE-3223C3D08079}" destId="{DDAD844F-8C64-4659-A960-4EB8C2F4434D}" srcOrd="5" destOrd="0" presId="urn:microsoft.com/office/officeart/2005/8/layout/process1"/>
    <dgm:cxn modelId="{1BF6B5CC-8ADC-4089-82D1-B4220FF0239B}" type="presParOf" srcId="{DDAD844F-8C64-4659-A960-4EB8C2F4434D}" destId="{4EA9B697-CDA7-4933-9B8C-38F69C11C944}" srcOrd="0" destOrd="0" presId="urn:microsoft.com/office/officeart/2005/8/layout/process1"/>
    <dgm:cxn modelId="{08F926AB-FB04-4313-BA5A-D89FF8E66B48}" type="presParOf" srcId="{7723496B-AEC3-4EE9-8DBE-3223C3D08079}" destId="{5E9221C2-794E-4672-BBD7-D993E4C25858}" srcOrd="6"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45C1029-6516-4C7C-BFE7-65239A5DDC91}" type="doc">
      <dgm:prSet loTypeId="urn:microsoft.com/office/officeart/2005/8/layout/process1" loCatId="process" qsTypeId="urn:microsoft.com/office/officeart/2005/8/quickstyle/simple1" qsCatId="simple" csTypeId="urn:microsoft.com/office/officeart/2005/8/colors/accent2_2" csCatId="accent2" phldr="1"/>
      <dgm:spPr/>
    </dgm:pt>
    <dgm:pt modelId="{B75DD1FC-C648-4D74-96A9-9E0CF8240695}">
      <dgm:prSet phldrT="[Text]" phldr="0"/>
      <dgm:spPr>
        <a:solidFill>
          <a:srgbClr val="FBE5D6"/>
        </a:solidFill>
      </dgm:spPr>
      <dgm:t>
        <a:bodyPr/>
        <a:lstStyle/>
        <a:p>
          <a:r>
            <a:rPr lang="en-US">
              <a:latin typeface="Calibri Light" panose="020F0302020204030204"/>
            </a:rPr>
            <a:t>Discovery</a:t>
          </a:r>
          <a:endParaRPr lang="en-US"/>
        </a:p>
      </dgm:t>
    </dgm:pt>
    <dgm:pt modelId="{B27D5499-3091-494F-A179-06F916E1C31C}" type="parTrans" cxnId="{5D5A7B73-F3D6-42BD-8736-419D5A6EC30E}">
      <dgm:prSet/>
      <dgm:spPr/>
      <dgm:t>
        <a:bodyPr/>
        <a:lstStyle/>
        <a:p>
          <a:endParaRPr lang="en-GB"/>
        </a:p>
      </dgm:t>
    </dgm:pt>
    <dgm:pt modelId="{5AAA4133-FBE3-443A-B7C2-6D39AF75C47C}" type="sibTrans" cxnId="{5D5A7B73-F3D6-42BD-8736-419D5A6EC30E}">
      <dgm:prSet/>
      <dgm:spPr/>
      <dgm:t>
        <a:bodyPr/>
        <a:lstStyle/>
        <a:p>
          <a:endParaRPr lang="en-US"/>
        </a:p>
      </dgm:t>
    </dgm:pt>
    <dgm:pt modelId="{A8CF7210-C625-416B-A6CB-86D555C0C692}">
      <dgm:prSet phldrT="[Text]" phldr="0"/>
      <dgm:spPr>
        <a:solidFill>
          <a:srgbClr val="ED7D31"/>
        </a:solidFill>
      </dgm:spPr>
      <dgm:t>
        <a:bodyPr/>
        <a:lstStyle/>
        <a:p>
          <a:r>
            <a:rPr lang="en-US">
              <a:latin typeface="Calibri Light" panose="020F0302020204030204"/>
            </a:rPr>
            <a:t>Definition</a:t>
          </a:r>
          <a:endParaRPr lang="en-US"/>
        </a:p>
      </dgm:t>
    </dgm:pt>
    <dgm:pt modelId="{0B61DCAF-8D83-430B-900F-0E143C457283}" type="parTrans" cxnId="{358CC2A5-493F-4371-891A-B29692EC8B56}">
      <dgm:prSet/>
      <dgm:spPr/>
      <dgm:t>
        <a:bodyPr/>
        <a:lstStyle/>
        <a:p>
          <a:endParaRPr lang="en-GB"/>
        </a:p>
      </dgm:t>
    </dgm:pt>
    <dgm:pt modelId="{2517FAF5-A56F-443F-91A1-BF1180C37718}" type="sibTrans" cxnId="{358CC2A5-493F-4371-891A-B29692EC8B56}">
      <dgm:prSet/>
      <dgm:spPr/>
      <dgm:t>
        <a:bodyPr/>
        <a:lstStyle/>
        <a:p>
          <a:endParaRPr lang="en-US"/>
        </a:p>
      </dgm:t>
    </dgm:pt>
    <dgm:pt modelId="{6C35A5E1-CEAE-4AB4-9195-687C6F05A4D4}">
      <dgm:prSet phldrT="[Text]" phldr="0"/>
      <dgm:spPr>
        <a:solidFill>
          <a:schemeClr val="accent2">
            <a:lumMod val="20000"/>
            <a:lumOff val="80000"/>
          </a:schemeClr>
        </a:solidFill>
      </dgm:spPr>
      <dgm:t>
        <a:bodyPr/>
        <a:lstStyle/>
        <a:p>
          <a:r>
            <a:rPr lang="en-US">
              <a:latin typeface="Calibri Light" panose="020F0302020204030204"/>
            </a:rPr>
            <a:t>Design</a:t>
          </a:r>
          <a:endParaRPr lang="en-US"/>
        </a:p>
      </dgm:t>
    </dgm:pt>
    <dgm:pt modelId="{00CB5BD9-3AA6-4DC4-92E5-AECB8555AA21}" type="parTrans" cxnId="{DD31CDA4-521C-49D8-9AB8-4491A7C3E752}">
      <dgm:prSet/>
      <dgm:spPr/>
      <dgm:t>
        <a:bodyPr/>
        <a:lstStyle/>
        <a:p>
          <a:endParaRPr lang="en-GB"/>
        </a:p>
      </dgm:t>
    </dgm:pt>
    <dgm:pt modelId="{093E1B28-7796-4D1F-BAF9-1546840FF2B8}" type="sibTrans" cxnId="{DD31CDA4-521C-49D8-9AB8-4491A7C3E752}">
      <dgm:prSet/>
      <dgm:spPr/>
      <dgm:t>
        <a:bodyPr/>
        <a:lstStyle/>
        <a:p>
          <a:endParaRPr lang="en-US"/>
        </a:p>
      </dgm:t>
    </dgm:pt>
    <dgm:pt modelId="{5ADB5A8C-0F79-4AC0-8D28-9EE9D49D7449}">
      <dgm:prSet phldr="0"/>
      <dgm:spPr>
        <a:solidFill>
          <a:schemeClr val="accent2">
            <a:lumMod val="20000"/>
            <a:lumOff val="80000"/>
          </a:schemeClr>
        </a:solidFill>
      </dgm:spPr>
      <dgm:t>
        <a:bodyPr/>
        <a:lstStyle/>
        <a:p>
          <a:r>
            <a:rPr lang="en-US">
              <a:latin typeface="Calibri Light" panose="020F0302020204030204"/>
            </a:rPr>
            <a:t>Development</a:t>
          </a:r>
        </a:p>
      </dgm:t>
    </dgm:pt>
    <dgm:pt modelId="{1F67CAD9-E104-411A-9CB6-8B01866F24FD}" type="parTrans" cxnId="{00C35C9B-A6B5-48BB-99D1-830BAD57C83F}">
      <dgm:prSet/>
      <dgm:spPr/>
      <dgm:t>
        <a:bodyPr/>
        <a:lstStyle/>
        <a:p>
          <a:endParaRPr lang="en-GB"/>
        </a:p>
      </dgm:t>
    </dgm:pt>
    <dgm:pt modelId="{D9012072-E3E4-4BA9-AC08-524A58594230}" type="sibTrans" cxnId="{00C35C9B-A6B5-48BB-99D1-830BAD57C83F}">
      <dgm:prSet/>
      <dgm:spPr/>
      <dgm:t>
        <a:bodyPr/>
        <a:lstStyle/>
        <a:p>
          <a:endParaRPr lang="en-US"/>
        </a:p>
      </dgm:t>
    </dgm:pt>
    <dgm:pt modelId="{7723496B-AEC3-4EE9-8DBE-3223C3D08079}" type="pres">
      <dgm:prSet presAssocID="{F45C1029-6516-4C7C-BFE7-65239A5DDC91}" presName="Name0" presStyleCnt="0">
        <dgm:presLayoutVars>
          <dgm:dir/>
          <dgm:resizeHandles val="exact"/>
        </dgm:presLayoutVars>
      </dgm:prSet>
      <dgm:spPr/>
    </dgm:pt>
    <dgm:pt modelId="{B2202F9F-25F2-4B77-8C9D-D3F5533CF142}" type="pres">
      <dgm:prSet presAssocID="{B75DD1FC-C648-4D74-96A9-9E0CF8240695}" presName="node" presStyleLbl="node1" presStyleIdx="0" presStyleCnt="4">
        <dgm:presLayoutVars>
          <dgm:bulletEnabled val="1"/>
        </dgm:presLayoutVars>
      </dgm:prSet>
      <dgm:spPr/>
    </dgm:pt>
    <dgm:pt modelId="{7D23B1DD-3753-447A-822A-AB90862FE59B}" type="pres">
      <dgm:prSet presAssocID="{5AAA4133-FBE3-443A-B7C2-6D39AF75C47C}" presName="sibTrans" presStyleLbl="sibTrans2D1" presStyleIdx="0" presStyleCnt="3"/>
      <dgm:spPr/>
    </dgm:pt>
    <dgm:pt modelId="{51244A5C-7100-4FAD-A29E-F2E838081B19}" type="pres">
      <dgm:prSet presAssocID="{5AAA4133-FBE3-443A-B7C2-6D39AF75C47C}" presName="connectorText" presStyleLbl="sibTrans2D1" presStyleIdx="0" presStyleCnt="3"/>
      <dgm:spPr/>
    </dgm:pt>
    <dgm:pt modelId="{F3208D1C-3D3D-4BA7-81E5-CBD91A2B89C9}" type="pres">
      <dgm:prSet presAssocID="{A8CF7210-C625-416B-A6CB-86D555C0C692}" presName="node" presStyleLbl="node1" presStyleIdx="1" presStyleCnt="4">
        <dgm:presLayoutVars>
          <dgm:bulletEnabled val="1"/>
        </dgm:presLayoutVars>
      </dgm:prSet>
      <dgm:spPr/>
    </dgm:pt>
    <dgm:pt modelId="{C8DF65A4-B05F-43E6-8CE3-93C24E2FE8EF}" type="pres">
      <dgm:prSet presAssocID="{2517FAF5-A56F-443F-91A1-BF1180C37718}" presName="sibTrans" presStyleLbl="sibTrans2D1" presStyleIdx="1" presStyleCnt="3"/>
      <dgm:spPr/>
    </dgm:pt>
    <dgm:pt modelId="{E9F19E8C-01C0-4656-9D99-F3C03012C8BA}" type="pres">
      <dgm:prSet presAssocID="{2517FAF5-A56F-443F-91A1-BF1180C37718}" presName="connectorText" presStyleLbl="sibTrans2D1" presStyleIdx="1" presStyleCnt="3"/>
      <dgm:spPr/>
    </dgm:pt>
    <dgm:pt modelId="{C58EBAE5-ED3A-466B-9999-321359CCAB24}" type="pres">
      <dgm:prSet presAssocID="{6C35A5E1-CEAE-4AB4-9195-687C6F05A4D4}" presName="node" presStyleLbl="node1" presStyleIdx="2" presStyleCnt="4">
        <dgm:presLayoutVars>
          <dgm:bulletEnabled val="1"/>
        </dgm:presLayoutVars>
      </dgm:prSet>
      <dgm:spPr/>
    </dgm:pt>
    <dgm:pt modelId="{DDAD844F-8C64-4659-A960-4EB8C2F4434D}" type="pres">
      <dgm:prSet presAssocID="{093E1B28-7796-4D1F-BAF9-1546840FF2B8}" presName="sibTrans" presStyleLbl="sibTrans2D1" presStyleIdx="2" presStyleCnt="3"/>
      <dgm:spPr/>
    </dgm:pt>
    <dgm:pt modelId="{4EA9B697-CDA7-4933-9B8C-38F69C11C944}" type="pres">
      <dgm:prSet presAssocID="{093E1B28-7796-4D1F-BAF9-1546840FF2B8}" presName="connectorText" presStyleLbl="sibTrans2D1" presStyleIdx="2" presStyleCnt="3"/>
      <dgm:spPr/>
    </dgm:pt>
    <dgm:pt modelId="{5E9221C2-794E-4672-BBD7-D993E4C25858}" type="pres">
      <dgm:prSet presAssocID="{5ADB5A8C-0F79-4AC0-8D28-9EE9D49D7449}" presName="node" presStyleLbl="node1" presStyleIdx="3" presStyleCnt="4">
        <dgm:presLayoutVars>
          <dgm:bulletEnabled val="1"/>
        </dgm:presLayoutVars>
      </dgm:prSet>
      <dgm:spPr/>
    </dgm:pt>
  </dgm:ptLst>
  <dgm:cxnLst>
    <dgm:cxn modelId="{AC07D909-D9A3-40F3-8301-4B5E558A0192}" type="presOf" srcId="{F45C1029-6516-4C7C-BFE7-65239A5DDC91}" destId="{7723496B-AEC3-4EE9-8DBE-3223C3D08079}" srcOrd="0" destOrd="0" presId="urn:microsoft.com/office/officeart/2005/8/layout/process1"/>
    <dgm:cxn modelId="{9791361D-25CA-4EC3-BDFD-18B165F07A72}" type="presOf" srcId="{2517FAF5-A56F-443F-91A1-BF1180C37718}" destId="{C8DF65A4-B05F-43E6-8CE3-93C24E2FE8EF}" srcOrd="0" destOrd="0" presId="urn:microsoft.com/office/officeart/2005/8/layout/process1"/>
    <dgm:cxn modelId="{7DBA881D-D1C0-4C3D-A781-E9431B975E79}" type="presOf" srcId="{A8CF7210-C625-416B-A6CB-86D555C0C692}" destId="{F3208D1C-3D3D-4BA7-81E5-CBD91A2B89C9}" srcOrd="0" destOrd="0" presId="urn:microsoft.com/office/officeart/2005/8/layout/process1"/>
    <dgm:cxn modelId="{9E962B2E-90F8-4E97-A5EB-869F489E7954}" type="presOf" srcId="{093E1B28-7796-4D1F-BAF9-1546840FF2B8}" destId="{DDAD844F-8C64-4659-A960-4EB8C2F4434D}" srcOrd="0" destOrd="0" presId="urn:microsoft.com/office/officeart/2005/8/layout/process1"/>
    <dgm:cxn modelId="{EBB0825C-EAB7-43F8-8AD7-182F453A5B1D}" type="presOf" srcId="{093E1B28-7796-4D1F-BAF9-1546840FF2B8}" destId="{4EA9B697-CDA7-4933-9B8C-38F69C11C944}" srcOrd="1" destOrd="0" presId="urn:microsoft.com/office/officeart/2005/8/layout/process1"/>
    <dgm:cxn modelId="{EF8D336C-8818-42DE-94C5-7BBD2B1553F3}" type="presOf" srcId="{B75DD1FC-C648-4D74-96A9-9E0CF8240695}" destId="{B2202F9F-25F2-4B77-8C9D-D3F5533CF142}" srcOrd="0" destOrd="0" presId="urn:microsoft.com/office/officeart/2005/8/layout/process1"/>
    <dgm:cxn modelId="{5D5A7B73-F3D6-42BD-8736-419D5A6EC30E}" srcId="{F45C1029-6516-4C7C-BFE7-65239A5DDC91}" destId="{B75DD1FC-C648-4D74-96A9-9E0CF8240695}" srcOrd="0" destOrd="0" parTransId="{B27D5499-3091-494F-A179-06F916E1C31C}" sibTransId="{5AAA4133-FBE3-443A-B7C2-6D39AF75C47C}"/>
    <dgm:cxn modelId="{00C35C9B-A6B5-48BB-99D1-830BAD57C83F}" srcId="{F45C1029-6516-4C7C-BFE7-65239A5DDC91}" destId="{5ADB5A8C-0F79-4AC0-8D28-9EE9D49D7449}" srcOrd="3" destOrd="0" parTransId="{1F67CAD9-E104-411A-9CB6-8B01866F24FD}" sibTransId="{D9012072-E3E4-4BA9-AC08-524A58594230}"/>
    <dgm:cxn modelId="{DD31CDA4-521C-49D8-9AB8-4491A7C3E752}" srcId="{F45C1029-6516-4C7C-BFE7-65239A5DDC91}" destId="{6C35A5E1-CEAE-4AB4-9195-687C6F05A4D4}" srcOrd="2" destOrd="0" parTransId="{00CB5BD9-3AA6-4DC4-92E5-AECB8555AA21}" sibTransId="{093E1B28-7796-4D1F-BAF9-1546840FF2B8}"/>
    <dgm:cxn modelId="{358CC2A5-493F-4371-891A-B29692EC8B56}" srcId="{F45C1029-6516-4C7C-BFE7-65239A5DDC91}" destId="{A8CF7210-C625-416B-A6CB-86D555C0C692}" srcOrd="1" destOrd="0" parTransId="{0B61DCAF-8D83-430B-900F-0E143C457283}" sibTransId="{2517FAF5-A56F-443F-91A1-BF1180C37718}"/>
    <dgm:cxn modelId="{00B1C6AA-5973-41E5-81F9-72B928321E2B}" type="presOf" srcId="{5AAA4133-FBE3-443A-B7C2-6D39AF75C47C}" destId="{7D23B1DD-3753-447A-822A-AB90862FE59B}" srcOrd="0" destOrd="0" presId="urn:microsoft.com/office/officeart/2005/8/layout/process1"/>
    <dgm:cxn modelId="{858E54BC-9994-4639-B586-090165A0DD04}" type="presOf" srcId="{5ADB5A8C-0F79-4AC0-8D28-9EE9D49D7449}" destId="{5E9221C2-794E-4672-BBD7-D993E4C25858}" srcOrd="0" destOrd="0" presId="urn:microsoft.com/office/officeart/2005/8/layout/process1"/>
    <dgm:cxn modelId="{261404DE-DDA0-466E-82C8-32E129BC1A55}" type="presOf" srcId="{5AAA4133-FBE3-443A-B7C2-6D39AF75C47C}" destId="{51244A5C-7100-4FAD-A29E-F2E838081B19}" srcOrd="1" destOrd="0" presId="urn:microsoft.com/office/officeart/2005/8/layout/process1"/>
    <dgm:cxn modelId="{0E2ADFDE-C03E-4FF0-B4D3-762BCED5B118}" type="presOf" srcId="{6C35A5E1-CEAE-4AB4-9195-687C6F05A4D4}" destId="{C58EBAE5-ED3A-466B-9999-321359CCAB24}" srcOrd="0" destOrd="0" presId="urn:microsoft.com/office/officeart/2005/8/layout/process1"/>
    <dgm:cxn modelId="{10695DFB-F445-4C3C-8B18-E5E8503864DB}" type="presOf" srcId="{2517FAF5-A56F-443F-91A1-BF1180C37718}" destId="{E9F19E8C-01C0-4656-9D99-F3C03012C8BA}" srcOrd="1" destOrd="0" presId="urn:microsoft.com/office/officeart/2005/8/layout/process1"/>
    <dgm:cxn modelId="{85FE3D01-AC05-4910-8A6E-13B3BA313986}" type="presParOf" srcId="{7723496B-AEC3-4EE9-8DBE-3223C3D08079}" destId="{B2202F9F-25F2-4B77-8C9D-D3F5533CF142}" srcOrd="0" destOrd="0" presId="urn:microsoft.com/office/officeart/2005/8/layout/process1"/>
    <dgm:cxn modelId="{E647AB94-F698-4BB6-86B4-27D8627876E8}" type="presParOf" srcId="{7723496B-AEC3-4EE9-8DBE-3223C3D08079}" destId="{7D23B1DD-3753-447A-822A-AB90862FE59B}" srcOrd="1" destOrd="0" presId="urn:microsoft.com/office/officeart/2005/8/layout/process1"/>
    <dgm:cxn modelId="{BF3E2E35-DBB2-4D42-BF91-E4AD6F01C906}" type="presParOf" srcId="{7D23B1DD-3753-447A-822A-AB90862FE59B}" destId="{51244A5C-7100-4FAD-A29E-F2E838081B19}" srcOrd="0" destOrd="0" presId="urn:microsoft.com/office/officeart/2005/8/layout/process1"/>
    <dgm:cxn modelId="{7B8C15C6-EF2F-49CB-96A4-5B0B7093C71B}" type="presParOf" srcId="{7723496B-AEC3-4EE9-8DBE-3223C3D08079}" destId="{F3208D1C-3D3D-4BA7-81E5-CBD91A2B89C9}" srcOrd="2" destOrd="0" presId="urn:microsoft.com/office/officeart/2005/8/layout/process1"/>
    <dgm:cxn modelId="{7C5A9BC9-9493-4163-A88E-02F6AA76FE97}" type="presParOf" srcId="{7723496B-AEC3-4EE9-8DBE-3223C3D08079}" destId="{C8DF65A4-B05F-43E6-8CE3-93C24E2FE8EF}" srcOrd="3" destOrd="0" presId="urn:microsoft.com/office/officeart/2005/8/layout/process1"/>
    <dgm:cxn modelId="{C41138F2-0C9F-4CA6-A386-B1AC8BD49F01}" type="presParOf" srcId="{C8DF65A4-B05F-43E6-8CE3-93C24E2FE8EF}" destId="{E9F19E8C-01C0-4656-9D99-F3C03012C8BA}" srcOrd="0" destOrd="0" presId="urn:microsoft.com/office/officeart/2005/8/layout/process1"/>
    <dgm:cxn modelId="{7FF15F93-D569-45B6-85E1-F2560187DDE5}" type="presParOf" srcId="{7723496B-AEC3-4EE9-8DBE-3223C3D08079}" destId="{C58EBAE5-ED3A-466B-9999-321359CCAB24}" srcOrd="4" destOrd="0" presId="urn:microsoft.com/office/officeart/2005/8/layout/process1"/>
    <dgm:cxn modelId="{59ECF71F-6117-4787-9991-34E520668D7B}" type="presParOf" srcId="{7723496B-AEC3-4EE9-8DBE-3223C3D08079}" destId="{DDAD844F-8C64-4659-A960-4EB8C2F4434D}" srcOrd="5" destOrd="0" presId="urn:microsoft.com/office/officeart/2005/8/layout/process1"/>
    <dgm:cxn modelId="{1BF6B5CC-8ADC-4089-82D1-B4220FF0239B}" type="presParOf" srcId="{DDAD844F-8C64-4659-A960-4EB8C2F4434D}" destId="{4EA9B697-CDA7-4933-9B8C-38F69C11C944}" srcOrd="0" destOrd="0" presId="urn:microsoft.com/office/officeart/2005/8/layout/process1"/>
    <dgm:cxn modelId="{08F926AB-FB04-4313-BA5A-D89FF8E66B48}" type="presParOf" srcId="{7723496B-AEC3-4EE9-8DBE-3223C3D08079}" destId="{5E9221C2-794E-4672-BBD7-D993E4C25858}" srcOrd="6"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45C1029-6516-4C7C-BFE7-65239A5DDC91}" type="doc">
      <dgm:prSet loTypeId="urn:microsoft.com/office/officeart/2005/8/layout/process1" loCatId="process" qsTypeId="urn:microsoft.com/office/officeart/2005/8/quickstyle/simple1" qsCatId="simple" csTypeId="urn:microsoft.com/office/officeart/2005/8/colors/accent2_2" csCatId="accent2" phldr="1"/>
      <dgm:spPr/>
    </dgm:pt>
    <dgm:pt modelId="{B75DD1FC-C648-4D74-96A9-9E0CF8240695}">
      <dgm:prSet phldrT="[Text]" phldr="0"/>
      <dgm:spPr>
        <a:solidFill>
          <a:srgbClr val="FBE5D6"/>
        </a:solidFill>
      </dgm:spPr>
      <dgm:t>
        <a:bodyPr/>
        <a:lstStyle/>
        <a:p>
          <a:r>
            <a:rPr lang="en-US">
              <a:latin typeface="Calibri Light" panose="020F0302020204030204"/>
            </a:rPr>
            <a:t>Discovery</a:t>
          </a:r>
          <a:endParaRPr lang="en-US"/>
        </a:p>
      </dgm:t>
    </dgm:pt>
    <dgm:pt modelId="{B27D5499-3091-494F-A179-06F916E1C31C}" type="parTrans" cxnId="{5D5A7B73-F3D6-42BD-8736-419D5A6EC30E}">
      <dgm:prSet/>
      <dgm:spPr/>
      <dgm:t>
        <a:bodyPr/>
        <a:lstStyle/>
        <a:p>
          <a:endParaRPr lang="en-GB"/>
        </a:p>
      </dgm:t>
    </dgm:pt>
    <dgm:pt modelId="{5AAA4133-FBE3-443A-B7C2-6D39AF75C47C}" type="sibTrans" cxnId="{5D5A7B73-F3D6-42BD-8736-419D5A6EC30E}">
      <dgm:prSet/>
      <dgm:spPr/>
      <dgm:t>
        <a:bodyPr/>
        <a:lstStyle/>
        <a:p>
          <a:endParaRPr lang="en-US"/>
        </a:p>
      </dgm:t>
    </dgm:pt>
    <dgm:pt modelId="{A8CF7210-C625-416B-A6CB-86D555C0C692}">
      <dgm:prSet phldrT="[Text]" phldr="0"/>
      <dgm:spPr>
        <a:solidFill>
          <a:schemeClr val="accent2">
            <a:lumMod val="20000"/>
            <a:lumOff val="80000"/>
          </a:schemeClr>
        </a:solidFill>
      </dgm:spPr>
      <dgm:t>
        <a:bodyPr/>
        <a:lstStyle/>
        <a:p>
          <a:r>
            <a:rPr lang="en-US">
              <a:latin typeface="Calibri Light" panose="020F0302020204030204"/>
            </a:rPr>
            <a:t>Definition</a:t>
          </a:r>
          <a:endParaRPr lang="en-US"/>
        </a:p>
      </dgm:t>
    </dgm:pt>
    <dgm:pt modelId="{0B61DCAF-8D83-430B-900F-0E143C457283}" type="parTrans" cxnId="{358CC2A5-493F-4371-891A-B29692EC8B56}">
      <dgm:prSet/>
      <dgm:spPr/>
      <dgm:t>
        <a:bodyPr/>
        <a:lstStyle/>
        <a:p>
          <a:endParaRPr lang="en-GB"/>
        </a:p>
      </dgm:t>
    </dgm:pt>
    <dgm:pt modelId="{2517FAF5-A56F-443F-91A1-BF1180C37718}" type="sibTrans" cxnId="{358CC2A5-493F-4371-891A-B29692EC8B56}">
      <dgm:prSet/>
      <dgm:spPr/>
      <dgm:t>
        <a:bodyPr/>
        <a:lstStyle/>
        <a:p>
          <a:endParaRPr lang="en-US"/>
        </a:p>
      </dgm:t>
    </dgm:pt>
    <dgm:pt modelId="{6C35A5E1-CEAE-4AB4-9195-687C6F05A4D4}">
      <dgm:prSet phldrT="[Text]" phldr="0"/>
      <dgm:spPr>
        <a:solidFill>
          <a:srgbClr val="ED7D31"/>
        </a:solidFill>
      </dgm:spPr>
      <dgm:t>
        <a:bodyPr/>
        <a:lstStyle/>
        <a:p>
          <a:r>
            <a:rPr lang="en-US">
              <a:latin typeface="Calibri Light" panose="020F0302020204030204"/>
            </a:rPr>
            <a:t>Design</a:t>
          </a:r>
          <a:endParaRPr lang="en-US"/>
        </a:p>
      </dgm:t>
    </dgm:pt>
    <dgm:pt modelId="{00CB5BD9-3AA6-4DC4-92E5-AECB8555AA21}" type="parTrans" cxnId="{DD31CDA4-521C-49D8-9AB8-4491A7C3E752}">
      <dgm:prSet/>
      <dgm:spPr/>
      <dgm:t>
        <a:bodyPr/>
        <a:lstStyle/>
        <a:p>
          <a:endParaRPr lang="en-GB"/>
        </a:p>
      </dgm:t>
    </dgm:pt>
    <dgm:pt modelId="{093E1B28-7796-4D1F-BAF9-1546840FF2B8}" type="sibTrans" cxnId="{DD31CDA4-521C-49D8-9AB8-4491A7C3E752}">
      <dgm:prSet/>
      <dgm:spPr/>
      <dgm:t>
        <a:bodyPr/>
        <a:lstStyle/>
        <a:p>
          <a:endParaRPr lang="en-US"/>
        </a:p>
      </dgm:t>
    </dgm:pt>
    <dgm:pt modelId="{5ADB5A8C-0F79-4AC0-8D28-9EE9D49D7449}">
      <dgm:prSet phldr="0"/>
      <dgm:spPr>
        <a:solidFill>
          <a:schemeClr val="accent2">
            <a:lumMod val="20000"/>
            <a:lumOff val="80000"/>
          </a:schemeClr>
        </a:solidFill>
      </dgm:spPr>
      <dgm:t>
        <a:bodyPr/>
        <a:lstStyle/>
        <a:p>
          <a:r>
            <a:rPr lang="en-US">
              <a:latin typeface="Calibri Light" panose="020F0302020204030204"/>
            </a:rPr>
            <a:t>Development</a:t>
          </a:r>
        </a:p>
      </dgm:t>
    </dgm:pt>
    <dgm:pt modelId="{1F67CAD9-E104-411A-9CB6-8B01866F24FD}" type="parTrans" cxnId="{00C35C9B-A6B5-48BB-99D1-830BAD57C83F}">
      <dgm:prSet/>
      <dgm:spPr/>
      <dgm:t>
        <a:bodyPr/>
        <a:lstStyle/>
        <a:p>
          <a:endParaRPr lang="en-GB"/>
        </a:p>
      </dgm:t>
    </dgm:pt>
    <dgm:pt modelId="{D9012072-E3E4-4BA9-AC08-524A58594230}" type="sibTrans" cxnId="{00C35C9B-A6B5-48BB-99D1-830BAD57C83F}">
      <dgm:prSet/>
      <dgm:spPr/>
      <dgm:t>
        <a:bodyPr/>
        <a:lstStyle/>
        <a:p>
          <a:endParaRPr lang="en-US"/>
        </a:p>
      </dgm:t>
    </dgm:pt>
    <dgm:pt modelId="{7723496B-AEC3-4EE9-8DBE-3223C3D08079}" type="pres">
      <dgm:prSet presAssocID="{F45C1029-6516-4C7C-BFE7-65239A5DDC91}" presName="Name0" presStyleCnt="0">
        <dgm:presLayoutVars>
          <dgm:dir/>
          <dgm:resizeHandles val="exact"/>
        </dgm:presLayoutVars>
      </dgm:prSet>
      <dgm:spPr/>
    </dgm:pt>
    <dgm:pt modelId="{B2202F9F-25F2-4B77-8C9D-D3F5533CF142}" type="pres">
      <dgm:prSet presAssocID="{B75DD1FC-C648-4D74-96A9-9E0CF8240695}" presName="node" presStyleLbl="node1" presStyleIdx="0" presStyleCnt="4">
        <dgm:presLayoutVars>
          <dgm:bulletEnabled val="1"/>
        </dgm:presLayoutVars>
      </dgm:prSet>
      <dgm:spPr/>
    </dgm:pt>
    <dgm:pt modelId="{7D23B1DD-3753-447A-822A-AB90862FE59B}" type="pres">
      <dgm:prSet presAssocID="{5AAA4133-FBE3-443A-B7C2-6D39AF75C47C}" presName="sibTrans" presStyleLbl="sibTrans2D1" presStyleIdx="0" presStyleCnt="3"/>
      <dgm:spPr/>
    </dgm:pt>
    <dgm:pt modelId="{51244A5C-7100-4FAD-A29E-F2E838081B19}" type="pres">
      <dgm:prSet presAssocID="{5AAA4133-FBE3-443A-B7C2-6D39AF75C47C}" presName="connectorText" presStyleLbl="sibTrans2D1" presStyleIdx="0" presStyleCnt="3"/>
      <dgm:spPr/>
    </dgm:pt>
    <dgm:pt modelId="{F3208D1C-3D3D-4BA7-81E5-CBD91A2B89C9}" type="pres">
      <dgm:prSet presAssocID="{A8CF7210-C625-416B-A6CB-86D555C0C692}" presName="node" presStyleLbl="node1" presStyleIdx="1" presStyleCnt="4">
        <dgm:presLayoutVars>
          <dgm:bulletEnabled val="1"/>
        </dgm:presLayoutVars>
      </dgm:prSet>
      <dgm:spPr/>
    </dgm:pt>
    <dgm:pt modelId="{C8DF65A4-B05F-43E6-8CE3-93C24E2FE8EF}" type="pres">
      <dgm:prSet presAssocID="{2517FAF5-A56F-443F-91A1-BF1180C37718}" presName="sibTrans" presStyleLbl="sibTrans2D1" presStyleIdx="1" presStyleCnt="3"/>
      <dgm:spPr/>
    </dgm:pt>
    <dgm:pt modelId="{E9F19E8C-01C0-4656-9D99-F3C03012C8BA}" type="pres">
      <dgm:prSet presAssocID="{2517FAF5-A56F-443F-91A1-BF1180C37718}" presName="connectorText" presStyleLbl="sibTrans2D1" presStyleIdx="1" presStyleCnt="3"/>
      <dgm:spPr/>
    </dgm:pt>
    <dgm:pt modelId="{C58EBAE5-ED3A-466B-9999-321359CCAB24}" type="pres">
      <dgm:prSet presAssocID="{6C35A5E1-CEAE-4AB4-9195-687C6F05A4D4}" presName="node" presStyleLbl="node1" presStyleIdx="2" presStyleCnt="4">
        <dgm:presLayoutVars>
          <dgm:bulletEnabled val="1"/>
        </dgm:presLayoutVars>
      </dgm:prSet>
      <dgm:spPr/>
    </dgm:pt>
    <dgm:pt modelId="{DDAD844F-8C64-4659-A960-4EB8C2F4434D}" type="pres">
      <dgm:prSet presAssocID="{093E1B28-7796-4D1F-BAF9-1546840FF2B8}" presName="sibTrans" presStyleLbl="sibTrans2D1" presStyleIdx="2" presStyleCnt="3"/>
      <dgm:spPr/>
    </dgm:pt>
    <dgm:pt modelId="{4EA9B697-CDA7-4933-9B8C-38F69C11C944}" type="pres">
      <dgm:prSet presAssocID="{093E1B28-7796-4D1F-BAF9-1546840FF2B8}" presName="connectorText" presStyleLbl="sibTrans2D1" presStyleIdx="2" presStyleCnt="3"/>
      <dgm:spPr/>
    </dgm:pt>
    <dgm:pt modelId="{5E9221C2-794E-4672-BBD7-D993E4C25858}" type="pres">
      <dgm:prSet presAssocID="{5ADB5A8C-0F79-4AC0-8D28-9EE9D49D7449}" presName="node" presStyleLbl="node1" presStyleIdx="3" presStyleCnt="4">
        <dgm:presLayoutVars>
          <dgm:bulletEnabled val="1"/>
        </dgm:presLayoutVars>
      </dgm:prSet>
      <dgm:spPr/>
    </dgm:pt>
  </dgm:ptLst>
  <dgm:cxnLst>
    <dgm:cxn modelId="{AC07D909-D9A3-40F3-8301-4B5E558A0192}" type="presOf" srcId="{F45C1029-6516-4C7C-BFE7-65239A5DDC91}" destId="{7723496B-AEC3-4EE9-8DBE-3223C3D08079}" srcOrd="0" destOrd="0" presId="urn:microsoft.com/office/officeart/2005/8/layout/process1"/>
    <dgm:cxn modelId="{9791361D-25CA-4EC3-BDFD-18B165F07A72}" type="presOf" srcId="{2517FAF5-A56F-443F-91A1-BF1180C37718}" destId="{C8DF65A4-B05F-43E6-8CE3-93C24E2FE8EF}" srcOrd="0" destOrd="0" presId="urn:microsoft.com/office/officeart/2005/8/layout/process1"/>
    <dgm:cxn modelId="{7DBA881D-D1C0-4C3D-A781-E9431B975E79}" type="presOf" srcId="{A8CF7210-C625-416B-A6CB-86D555C0C692}" destId="{F3208D1C-3D3D-4BA7-81E5-CBD91A2B89C9}" srcOrd="0" destOrd="0" presId="urn:microsoft.com/office/officeart/2005/8/layout/process1"/>
    <dgm:cxn modelId="{9E962B2E-90F8-4E97-A5EB-869F489E7954}" type="presOf" srcId="{093E1B28-7796-4D1F-BAF9-1546840FF2B8}" destId="{DDAD844F-8C64-4659-A960-4EB8C2F4434D}" srcOrd="0" destOrd="0" presId="urn:microsoft.com/office/officeart/2005/8/layout/process1"/>
    <dgm:cxn modelId="{EBB0825C-EAB7-43F8-8AD7-182F453A5B1D}" type="presOf" srcId="{093E1B28-7796-4D1F-BAF9-1546840FF2B8}" destId="{4EA9B697-CDA7-4933-9B8C-38F69C11C944}" srcOrd="1" destOrd="0" presId="urn:microsoft.com/office/officeart/2005/8/layout/process1"/>
    <dgm:cxn modelId="{EF8D336C-8818-42DE-94C5-7BBD2B1553F3}" type="presOf" srcId="{B75DD1FC-C648-4D74-96A9-9E0CF8240695}" destId="{B2202F9F-25F2-4B77-8C9D-D3F5533CF142}" srcOrd="0" destOrd="0" presId="urn:microsoft.com/office/officeart/2005/8/layout/process1"/>
    <dgm:cxn modelId="{5D5A7B73-F3D6-42BD-8736-419D5A6EC30E}" srcId="{F45C1029-6516-4C7C-BFE7-65239A5DDC91}" destId="{B75DD1FC-C648-4D74-96A9-9E0CF8240695}" srcOrd="0" destOrd="0" parTransId="{B27D5499-3091-494F-A179-06F916E1C31C}" sibTransId="{5AAA4133-FBE3-443A-B7C2-6D39AF75C47C}"/>
    <dgm:cxn modelId="{00C35C9B-A6B5-48BB-99D1-830BAD57C83F}" srcId="{F45C1029-6516-4C7C-BFE7-65239A5DDC91}" destId="{5ADB5A8C-0F79-4AC0-8D28-9EE9D49D7449}" srcOrd="3" destOrd="0" parTransId="{1F67CAD9-E104-411A-9CB6-8B01866F24FD}" sibTransId="{D9012072-E3E4-4BA9-AC08-524A58594230}"/>
    <dgm:cxn modelId="{DD31CDA4-521C-49D8-9AB8-4491A7C3E752}" srcId="{F45C1029-6516-4C7C-BFE7-65239A5DDC91}" destId="{6C35A5E1-CEAE-4AB4-9195-687C6F05A4D4}" srcOrd="2" destOrd="0" parTransId="{00CB5BD9-3AA6-4DC4-92E5-AECB8555AA21}" sibTransId="{093E1B28-7796-4D1F-BAF9-1546840FF2B8}"/>
    <dgm:cxn modelId="{358CC2A5-493F-4371-891A-B29692EC8B56}" srcId="{F45C1029-6516-4C7C-BFE7-65239A5DDC91}" destId="{A8CF7210-C625-416B-A6CB-86D555C0C692}" srcOrd="1" destOrd="0" parTransId="{0B61DCAF-8D83-430B-900F-0E143C457283}" sibTransId="{2517FAF5-A56F-443F-91A1-BF1180C37718}"/>
    <dgm:cxn modelId="{00B1C6AA-5973-41E5-81F9-72B928321E2B}" type="presOf" srcId="{5AAA4133-FBE3-443A-B7C2-6D39AF75C47C}" destId="{7D23B1DD-3753-447A-822A-AB90862FE59B}" srcOrd="0" destOrd="0" presId="urn:microsoft.com/office/officeart/2005/8/layout/process1"/>
    <dgm:cxn modelId="{858E54BC-9994-4639-B586-090165A0DD04}" type="presOf" srcId="{5ADB5A8C-0F79-4AC0-8D28-9EE9D49D7449}" destId="{5E9221C2-794E-4672-BBD7-D993E4C25858}" srcOrd="0" destOrd="0" presId="urn:microsoft.com/office/officeart/2005/8/layout/process1"/>
    <dgm:cxn modelId="{261404DE-DDA0-466E-82C8-32E129BC1A55}" type="presOf" srcId="{5AAA4133-FBE3-443A-B7C2-6D39AF75C47C}" destId="{51244A5C-7100-4FAD-A29E-F2E838081B19}" srcOrd="1" destOrd="0" presId="urn:microsoft.com/office/officeart/2005/8/layout/process1"/>
    <dgm:cxn modelId="{0E2ADFDE-C03E-4FF0-B4D3-762BCED5B118}" type="presOf" srcId="{6C35A5E1-CEAE-4AB4-9195-687C6F05A4D4}" destId="{C58EBAE5-ED3A-466B-9999-321359CCAB24}" srcOrd="0" destOrd="0" presId="urn:microsoft.com/office/officeart/2005/8/layout/process1"/>
    <dgm:cxn modelId="{10695DFB-F445-4C3C-8B18-E5E8503864DB}" type="presOf" srcId="{2517FAF5-A56F-443F-91A1-BF1180C37718}" destId="{E9F19E8C-01C0-4656-9D99-F3C03012C8BA}" srcOrd="1" destOrd="0" presId="urn:microsoft.com/office/officeart/2005/8/layout/process1"/>
    <dgm:cxn modelId="{85FE3D01-AC05-4910-8A6E-13B3BA313986}" type="presParOf" srcId="{7723496B-AEC3-4EE9-8DBE-3223C3D08079}" destId="{B2202F9F-25F2-4B77-8C9D-D3F5533CF142}" srcOrd="0" destOrd="0" presId="urn:microsoft.com/office/officeart/2005/8/layout/process1"/>
    <dgm:cxn modelId="{E647AB94-F698-4BB6-86B4-27D8627876E8}" type="presParOf" srcId="{7723496B-AEC3-4EE9-8DBE-3223C3D08079}" destId="{7D23B1DD-3753-447A-822A-AB90862FE59B}" srcOrd="1" destOrd="0" presId="urn:microsoft.com/office/officeart/2005/8/layout/process1"/>
    <dgm:cxn modelId="{BF3E2E35-DBB2-4D42-BF91-E4AD6F01C906}" type="presParOf" srcId="{7D23B1DD-3753-447A-822A-AB90862FE59B}" destId="{51244A5C-7100-4FAD-A29E-F2E838081B19}" srcOrd="0" destOrd="0" presId="urn:microsoft.com/office/officeart/2005/8/layout/process1"/>
    <dgm:cxn modelId="{7B8C15C6-EF2F-49CB-96A4-5B0B7093C71B}" type="presParOf" srcId="{7723496B-AEC3-4EE9-8DBE-3223C3D08079}" destId="{F3208D1C-3D3D-4BA7-81E5-CBD91A2B89C9}" srcOrd="2" destOrd="0" presId="urn:microsoft.com/office/officeart/2005/8/layout/process1"/>
    <dgm:cxn modelId="{7C5A9BC9-9493-4163-A88E-02F6AA76FE97}" type="presParOf" srcId="{7723496B-AEC3-4EE9-8DBE-3223C3D08079}" destId="{C8DF65A4-B05F-43E6-8CE3-93C24E2FE8EF}" srcOrd="3" destOrd="0" presId="urn:microsoft.com/office/officeart/2005/8/layout/process1"/>
    <dgm:cxn modelId="{C41138F2-0C9F-4CA6-A386-B1AC8BD49F01}" type="presParOf" srcId="{C8DF65A4-B05F-43E6-8CE3-93C24E2FE8EF}" destId="{E9F19E8C-01C0-4656-9D99-F3C03012C8BA}" srcOrd="0" destOrd="0" presId="urn:microsoft.com/office/officeart/2005/8/layout/process1"/>
    <dgm:cxn modelId="{7FF15F93-D569-45B6-85E1-F2560187DDE5}" type="presParOf" srcId="{7723496B-AEC3-4EE9-8DBE-3223C3D08079}" destId="{C58EBAE5-ED3A-466B-9999-321359CCAB24}" srcOrd="4" destOrd="0" presId="urn:microsoft.com/office/officeart/2005/8/layout/process1"/>
    <dgm:cxn modelId="{59ECF71F-6117-4787-9991-34E520668D7B}" type="presParOf" srcId="{7723496B-AEC3-4EE9-8DBE-3223C3D08079}" destId="{DDAD844F-8C64-4659-A960-4EB8C2F4434D}" srcOrd="5" destOrd="0" presId="urn:microsoft.com/office/officeart/2005/8/layout/process1"/>
    <dgm:cxn modelId="{1BF6B5CC-8ADC-4089-82D1-B4220FF0239B}" type="presParOf" srcId="{DDAD844F-8C64-4659-A960-4EB8C2F4434D}" destId="{4EA9B697-CDA7-4933-9B8C-38F69C11C944}" srcOrd="0" destOrd="0" presId="urn:microsoft.com/office/officeart/2005/8/layout/process1"/>
    <dgm:cxn modelId="{08F926AB-FB04-4313-BA5A-D89FF8E66B48}" type="presParOf" srcId="{7723496B-AEC3-4EE9-8DBE-3223C3D08079}" destId="{5E9221C2-794E-4672-BBD7-D993E4C25858}" srcOrd="6"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45C1029-6516-4C7C-BFE7-65239A5DDC91}" type="doc">
      <dgm:prSet loTypeId="urn:microsoft.com/office/officeart/2005/8/layout/process1" loCatId="process" qsTypeId="urn:microsoft.com/office/officeart/2005/8/quickstyle/simple1" qsCatId="simple" csTypeId="urn:microsoft.com/office/officeart/2005/8/colors/accent2_2" csCatId="accent2" phldr="1"/>
      <dgm:spPr/>
    </dgm:pt>
    <dgm:pt modelId="{B75DD1FC-C648-4D74-96A9-9E0CF8240695}">
      <dgm:prSet phldrT="[Text]" phldr="0"/>
      <dgm:spPr>
        <a:solidFill>
          <a:srgbClr val="FBE5D6"/>
        </a:solidFill>
      </dgm:spPr>
      <dgm:t>
        <a:bodyPr/>
        <a:lstStyle/>
        <a:p>
          <a:r>
            <a:rPr lang="en-US">
              <a:latin typeface="Calibri Light" panose="020F0302020204030204"/>
            </a:rPr>
            <a:t>Discovery</a:t>
          </a:r>
          <a:endParaRPr lang="en-US"/>
        </a:p>
      </dgm:t>
    </dgm:pt>
    <dgm:pt modelId="{B27D5499-3091-494F-A179-06F916E1C31C}" type="parTrans" cxnId="{5D5A7B73-F3D6-42BD-8736-419D5A6EC30E}">
      <dgm:prSet/>
      <dgm:spPr/>
      <dgm:t>
        <a:bodyPr/>
        <a:lstStyle/>
        <a:p>
          <a:endParaRPr lang="en-GB"/>
        </a:p>
      </dgm:t>
    </dgm:pt>
    <dgm:pt modelId="{5AAA4133-FBE3-443A-B7C2-6D39AF75C47C}" type="sibTrans" cxnId="{5D5A7B73-F3D6-42BD-8736-419D5A6EC30E}">
      <dgm:prSet/>
      <dgm:spPr/>
      <dgm:t>
        <a:bodyPr/>
        <a:lstStyle/>
        <a:p>
          <a:endParaRPr lang="en-US"/>
        </a:p>
      </dgm:t>
    </dgm:pt>
    <dgm:pt modelId="{A8CF7210-C625-416B-A6CB-86D555C0C692}">
      <dgm:prSet phldrT="[Text]" phldr="0"/>
      <dgm:spPr>
        <a:solidFill>
          <a:schemeClr val="accent2">
            <a:lumMod val="20000"/>
            <a:lumOff val="80000"/>
          </a:schemeClr>
        </a:solidFill>
      </dgm:spPr>
      <dgm:t>
        <a:bodyPr/>
        <a:lstStyle/>
        <a:p>
          <a:r>
            <a:rPr lang="en-US">
              <a:latin typeface="Calibri Light" panose="020F0302020204030204"/>
            </a:rPr>
            <a:t>Definition</a:t>
          </a:r>
          <a:endParaRPr lang="en-US"/>
        </a:p>
      </dgm:t>
    </dgm:pt>
    <dgm:pt modelId="{0B61DCAF-8D83-430B-900F-0E143C457283}" type="parTrans" cxnId="{358CC2A5-493F-4371-891A-B29692EC8B56}">
      <dgm:prSet/>
      <dgm:spPr/>
      <dgm:t>
        <a:bodyPr/>
        <a:lstStyle/>
        <a:p>
          <a:endParaRPr lang="en-GB"/>
        </a:p>
      </dgm:t>
    </dgm:pt>
    <dgm:pt modelId="{2517FAF5-A56F-443F-91A1-BF1180C37718}" type="sibTrans" cxnId="{358CC2A5-493F-4371-891A-B29692EC8B56}">
      <dgm:prSet/>
      <dgm:spPr/>
      <dgm:t>
        <a:bodyPr/>
        <a:lstStyle/>
        <a:p>
          <a:endParaRPr lang="en-US"/>
        </a:p>
      </dgm:t>
    </dgm:pt>
    <dgm:pt modelId="{6C35A5E1-CEAE-4AB4-9195-687C6F05A4D4}">
      <dgm:prSet phldrT="[Text]" phldr="0"/>
      <dgm:spPr>
        <a:solidFill>
          <a:schemeClr val="accent2">
            <a:lumMod val="20000"/>
            <a:lumOff val="80000"/>
          </a:schemeClr>
        </a:solidFill>
      </dgm:spPr>
      <dgm:t>
        <a:bodyPr/>
        <a:lstStyle/>
        <a:p>
          <a:r>
            <a:rPr lang="en-US">
              <a:latin typeface="Calibri Light" panose="020F0302020204030204"/>
            </a:rPr>
            <a:t>Design</a:t>
          </a:r>
          <a:endParaRPr lang="en-US"/>
        </a:p>
      </dgm:t>
    </dgm:pt>
    <dgm:pt modelId="{00CB5BD9-3AA6-4DC4-92E5-AECB8555AA21}" type="parTrans" cxnId="{DD31CDA4-521C-49D8-9AB8-4491A7C3E752}">
      <dgm:prSet/>
      <dgm:spPr/>
      <dgm:t>
        <a:bodyPr/>
        <a:lstStyle/>
        <a:p>
          <a:endParaRPr lang="en-GB"/>
        </a:p>
      </dgm:t>
    </dgm:pt>
    <dgm:pt modelId="{093E1B28-7796-4D1F-BAF9-1546840FF2B8}" type="sibTrans" cxnId="{DD31CDA4-521C-49D8-9AB8-4491A7C3E752}">
      <dgm:prSet/>
      <dgm:spPr/>
      <dgm:t>
        <a:bodyPr/>
        <a:lstStyle/>
        <a:p>
          <a:endParaRPr lang="en-US"/>
        </a:p>
      </dgm:t>
    </dgm:pt>
    <dgm:pt modelId="{5ADB5A8C-0F79-4AC0-8D28-9EE9D49D7449}">
      <dgm:prSet phldr="0"/>
      <dgm:spPr>
        <a:solidFill>
          <a:srgbClr val="ED7D31"/>
        </a:solidFill>
      </dgm:spPr>
      <dgm:t>
        <a:bodyPr/>
        <a:lstStyle/>
        <a:p>
          <a:r>
            <a:rPr lang="en-US">
              <a:latin typeface="Calibri Light" panose="020F0302020204030204"/>
            </a:rPr>
            <a:t>Development</a:t>
          </a:r>
        </a:p>
      </dgm:t>
    </dgm:pt>
    <dgm:pt modelId="{1F67CAD9-E104-411A-9CB6-8B01866F24FD}" type="parTrans" cxnId="{00C35C9B-A6B5-48BB-99D1-830BAD57C83F}">
      <dgm:prSet/>
      <dgm:spPr/>
      <dgm:t>
        <a:bodyPr/>
        <a:lstStyle/>
        <a:p>
          <a:endParaRPr lang="en-GB"/>
        </a:p>
      </dgm:t>
    </dgm:pt>
    <dgm:pt modelId="{D9012072-E3E4-4BA9-AC08-524A58594230}" type="sibTrans" cxnId="{00C35C9B-A6B5-48BB-99D1-830BAD57C83F}">
      <dgm:prSet/>
      <dgm:spPr/>
      <dgm:t>
        <a:bodyPr/>
        <a:lstStyle/>
        <a:p>
          <a:endParaRPr lang="en-US"/>
        </a:p>
      </dgm:t>
    </dgm:pt>
    <dgm:pt modelId="{7723496B-AEC3-4EE9-8DBE-3223C3D08079}" type="pres">
      <dgm:prSet presAssocID="{F45C1029-6516-4C7C-BFE7-65239A5DDC91}" presName="Name0" presStyleCnt="0">
        <dgm:presLayoutVars>
          <dgm:dir/>
          <dgm:resizeHandles val="exact"/>
        </dgm:presLayoutVars>
      </dgm:prSet>
      <dgm:spPr/>
    </dgm:pt>
    <dgm:pt modelId="{B2202F9F-25F2-4B77-8C9D-D3F5533CF142}" type="pres">
      <dgm:prSet presAssocID="{B75DD1FC-C648-4D74-96A9-9E0CF8240695}" presName="node" presStyleLbl="node1" presStyleIdx="0" presStyleCnt="4">
        <dgm:presLayoutVars>
          <dgm:bulletEnabled val="1"/>
        </dgm:presLayoutVars>
      </dgm:prSet>
      <dgm:spPr/>
    </dgm:pt>
    <dgm:pt modelId="{7D23B1DD-3753-447A-822A-AB90862FE59B}" type="pres">
      <dgm:prSet presAssocID="{5AAA4133-FBE3-443A-B7C2-6D39AF75C47C}" presName="sibTrans" presStyleLbl="sibTrans2D1" presStyleIdx="0" presStyleCnt="3"/>
      <dgm:spPr/>
    </dgm:pt>
    <dgm:pt modelId="{51244A5C-7100-4FAD-A29E-F2E838081B19}" type="pres">
      <dgm:prSet presAssocID="{5AAA4133-FBE3-443A-B7C2-6D39AF75C47C}" presName="connectorText" presStyleLbl="sibTrans2D1" presStyleIdx="0" presStyleCnt="3"/>
      <dgm:spPr/>
    </dgm:pt>
    <dgm:pt modelId="{F3208D1C-3D3D-4BA7-81E5-CBD91A2B89C9}" type="pres">
      <dgm:prSet presAssocID="{A8CF7210-C625-416B-A6CB-86D555C0C692}" presName="node" presStyleLbl="node1" presStyleIdx="1" presStyleCnt="4">
        <dgm:presLayoutVars>
          <dgm:bulletEnabled val="1"/>
        </dgm:presLayoutVars>
      </dgm:prSet>
      <dgm:spPr/>
    </dgm:pt>
    <dgm:pt modelId="{C8DF65A4-B05F-43E6-8CE3-93C24E2FE8EF}" type="pres">
      <dgm:prSet presAssocID="{2517FAF5-A56F-443F-91A1-BF1180C37718}" presName="sibTrans" presStyleLbl="sibTrans2D1" presStyleIdx="1" presStyleCnt="3"/>
      <dgm:spPr/>
    </dgm:pt>
    <dgm:pt modelId="{E9F19E8C-01C0-4656-9D99-F3C03012C8BA}" type="pres">
      <dgm:prSet presAssocID="{2517FAF5-A56F-443F-91A1-BF1180C37718}" presName="connectorText" presStyleLbl="sibTrans2D1" presStyleIdx="1" presStyleCnt="3"/>
      <dgm:spPr/>
    </dgm:pt>
    <dgm:pt modelId="{C58EBAE5-ED3A-466B-9999-321359CCAB24}" type="pres">
      <dgm:prSet presAssocID="{6C35A5E1-CEAE-4AB4-9195-687C6F05A4D4}" presName="node" presStyleLbl="node1" presStyleIdx="2" presStyleCnt="4">
        <dgm:presLayoutVars>
          <dgm:bulletEnabled val="1"/>
        </dgm:presLayoutVars>
      </dgm:prSet>
      <dgm:spPr/>
    </dgm:pt>
    <dgm:pt modelId="{DDAD844F-8C64-4659-A960-4EB8C2F4434D}" type="pres">
      <dgm:prSet presAssocID="{093E1B28-7796-4D1F-BAF9-1546840FF2B8}" presName="sibTrans" presStyleLbl="sibTrans2D1" presStyleIdx="2" presStyleCnt="3"/>
      <dgm:spPr/>
    </dgm:pt>
    <dgm:pt modelId="{4EA9B697-CDA7-4933-9B8C-38F69C11C944}" type="pres">
      <dgm:prSet presAssocID="{093E1B28-7796-4D1F-BAF9-1546840FF2B8}" presName="connectorText" presStyleLbl="sibTrans2D1" presStyleIdx="2" presStyleCnt="3"/>
      <dgm:spPr/>
    </dgm:pt>
    <dgm:pt modelId="{5E9221C2-794E-4672-BBD7-D993E4C25858}" type="pres">
      <dgm:prSet presAssocID="{5ADB5A8C-0F79-4AC0-8D28-9EE9D49D7449}" presName="node" presStyleLbl="node1" presStyleIdx="3" presStyleCnt="4">
        <dgm:presLayoutVars>
          <dgm:bulletEnabled val="1"/>
        </dgm:presLayoutVars>
      </dgm:prSet>
      <dgm:spPr/>
    </dgm:pt>
  </dgm:ptLst>
  <dgm:cxnLst>
    <dgm:cxn modelId="{AC07D909-D9A3-40F3-8301-4B5E558A0192}" type="presOf" srcId="{F45C1029-6516-4C7C-BFE7-65239A5DDC91}" destId="{7723496B-AEC3-4EE9-8DBE-3223C3D08079}" srcOrd="0" destOrd="0" presId="urn:microsoft.com/office/officeart/2005/8/layout/process1"/>
    <dgm:cxn modelId="{9791361D-25CA-4EC3-BDFD-18B165F07A72}" type="presOf" srcId="{2517FAF5-A56F-443F-91A1-BF1180C37718}" destId="{C8DF65A4-B05F-43E6-8CE3-93C24E2FE8EF}" srcOrd="0" destOrd="0" presId="urn:microsoft.com/office/officeart/2005/8/layout/process1"/>
    <dgm:cxn modelId="{7DBA881D-D1C0-4C3D-A781-E9431B975E79}" type="presOf" srcId="{A8CF7210-C625-416B-A6CB-86D555C0C692}" destId="{F3208D1C-3D3D-4BA7-81E5-CBD91A2B89C9}" srcOrd="0" destOrd="0" presId="urn:microsoft.com/office/officeart/2005/8/layout/process1"/>
    <dgm:cxn modelId="{9E962B2E-90F8-4E97-A5EB-869F489E7954}" type="presOf" srcId="{093E1B28-7796-4D1F-BAF9-1546840FF2B8}" destId="{DDAD844F-8C64-4659-A960-4EB8C2F4434D}" srcOrd="0" destOrd="0" presId="urn:microsoft.com/office/officeart/2005/8/layout/process1"/>
    <dgm:cxn modelId="{EBB0825C-EAB7-43F8-8AD7-182F453A5B1D}" type="presOf" srcId="{093E1B28-7796-4D1F-BAF9-1546840FF2B8}" destId="{4EA9B697-CDA7-4933-9B8C-38F69C11C944}" srcOrd="1" destOrd="0" presId="urn:microsoft.com/office/officeart/2005/8/layout/process1"/>
    <dgm:cxn modelId="{EF8D336C-8818-42DE-94C5-7BBD2B1553F3}" type="presOf" srcId="{B75DD1FC-C648-4D74-96A9-9E0CF8240695}" destId="{B2202F9F-25F2-4B77-8C9D-D3F5533CF142}" srcOrd="0" destOrd="0" presId="urn:microsoft.com/office/officeart/2005/8/layout/process1"/>
    <dgm:cxn modelId="{5D5A7B73-F3D6-42BD-8736-419D5A6EC30E}" srcId="{F45C1029-6516-4C7C-BFE7-65239A5DDC91}" destId="{B75DD1FC-C648-4D74-96A9-9E0CF8240695}" srcOrd="0" destOrd="0" parTransId="{B27D5499-3091-494F-A179-06F916E1C31C}" sibTransId="{5AAA4133-FBE3-443A-B7C2-6D39AF75C47C}"/>
    <dgm:cxn modelId="{00C35C9B-A6B5-48BB-99D1-830BAD57C83F}" srcId="{F45C1029-6516-4C7C-BFE7-65239A5DDC91}" destId="{5ADB5A8C-0F79-4AC0-8D28-9EE9D49D7449}" srcOrd="3" destOrd="0" parTransId="{1F67CAD9-E104-411A-9CB6-8B01866F24FD}" sibTransId="{D9012072-E3E4-4BA9-AC08-524A58594230}"/>
    <dgm:cxn modelId="{DD31CDA4-521C-49D8-9AB8-4491A7C3E752}" srcId="{F45C1029-6516-4C7C-BFE7-65239A5DDC91}" destId="{6C35A5E1-CEAE-4AB4-9195-687C6F05A4D4}" srcOrd="2" destOrd="0" parTransId="{00CB5BD9-3AA6-4DC4-92E5-AECB8555AA21}" sibTransId="{093E1B28-7796-4D1F-BAF9-1546840FF2B8}"/>
    <dgm:cxn modelId="{358CC2A5-493F-4371-891A-B29692EC8B56}" srcId="{F45C1029-6516-4C7C-BFE7-65239A5DDC91}" destId="{A8CF7210-C625-416B-A6CB-86D555C0C692}" srcOrd="1" destOrd="0" parTransId="{0B61DCAF-8D83-430B-900F-0E143C457283}" sibTransId="{2517FAF5-A56F-443F-91A1-BF1180C37718}"/>
    <dgm:cxn modelId="{00B1C6AA-5973-41E5-81F9-72B928321E2B}" type="presOf" srcId="{5AAA4133-FBE3-443A-B7C2-6D39AF75C47C}" destId="{7D23B1DD-3753-447A-822A-AB90862FE59B}" srcOrd="0" destOrd="0" presId="urn:microsoft.com/office/officeart/2005/8/layout/process1"/>
    <dgm:cxn modelId="{858E54BC-9994-4639-B586-090165A0DD04}" type="presOf" srcId="{5ADB5A8C-0F79-4AC0-8D28-9EE9D49D7449}" destId="{5E9221C2-794E-4672-BBD7-D993E4C25858}" srcOrd="0" destOrd="0" presId="urn:microsoft.com/office/officeart/2005/8/layout/process1"/>
    <dgm:cxn modelId="{261404DE-DDA0-466E-82C8-32E129BC1A55}" type="presOf" srcId="{5AAA4133-FBE3-443A-B7C2-6D39AF75C47C}" destId="{51244A5C-7100-4FAD-A29E-F2E838081B19}" srcOrd="1" destOrd="0" presId="urn:microsoft.com/office/officeart/2005/8/layout/process1"/>
    <dgm:cxn modelId="{0E2ADFDE-C03E-4FF0-B4D3-762BCED5B118}" type="presOf" srcId="{6C35A5E1-CEAE-4AB4-9195-687C6F05A4D4}" destId="{C58EBAE5-ED3A-466B-9999-321359CCAB24}" srcOrd="0" destOrd="0" presId="urn:microsoft.com/office/officeart/2005/8/layout/process1"/>
    <dgm:cxn modelId="{10695DFB-F445-4C3C-8B18-E5E8503864DB}" type="presOf" srcId="{2517FAF5-A56F-443F-91A1-BF1180C37718}" destId="{E9F19E8C-01C0-4656-9D99-F3C03012C8BA}" srcOrd="1" destOrd="0" presId="urn:microsoft.com/office/officeart/2005/8/layout/process1"/>
    <dgm:cxn modelId="{85FE3D01-AC05-4910-8A6E-13B3BA313986}" type="presParOf" srcId="{7723496B-AEC3-4EE9-8DBE-3223C3D08079}" destId="{B2202F9F-25F2-4B77-8C9D-D3F5533CF142}" srcOrd="0" destOrd="0" presId="urn:microsoft.com/office/officeart/2005/8/layout/process1"/>
    <dgm:cxn modelId="{E647AB94-F698-4BB6-86B4-27D8627876E8}" type="presParOf" srcId="{7723496B-AEC3-4EE9-8DBE-3223C3D08079}" destId="{7D23B1DD-3753-447A-822A-AB90862FE59B}" srcOrd="1" destOrd="0" presId="urn:microsoft.com/office/officeart/2005/8/layout/process1"/>
    <dgm:cxn modelId="{BF3E2E35-DBB2-4D42-BF91-E4AD6F01C906}" type="presParOf" srcId="{7D23B1DD-3753-447A-822A-AB90862FE59B}" destId="{51244A5C-7100-4FAD-A29E-F2E838081B19}" srcOrd="0" destOrd="0" presId="urn:microsoft.com/office/officeart/2005/8/layout/process1"/>
    <dgm:cxn modelId="{7B8C15C6-EF2F-49CB-96A4-5B0B7093C71B}" type="presParOf" srcId="{7723496B-AEC3-4EE9-8DBE-3223C3D08079}" destId="{F3208D1C-3D3D-4BA7-81E5-CBD91A2B89C9}" srcOrd="2" destOrd="0" presId="urn:microsoft.com/office/officeart/2005/8/layout/process1"/>
    <dgm:cxn modelId="{7C5A9BC9-9493-4163-A88E-02F6AA76FE97}" type="presParOf" srcId="{7723496B-AEC3-4EE9-8DBE-3223C3D08079}" destId="{C8DF65A4-B05F-43E6-8CE3-93C24E2FE8EF}" srcOrd="3" destOrd="0" presId="urn:microsoft.com/office/officeart/2005/8/layout/process1"/>
    <dgm:cxn modelId="{C41138F2-0C9F-4CA6-A386-B1AC8BD49F01}" type="presParOf" srcId="{C8DF65A4-B05F-43E6-8CE3-93C24E2FE8EF}" destId="{E9F19E8C-01C0-4656-9D99-F3C03012C8BA}" srcOrd="0" destOrd="0" presId="urn:microsoft.com/office/officeart/2005/8/layout/process1"/>
    <dgm:cxn modelId="{7FF15F93-D569-45B6-85E1-F2560187DDE5}" type="presParOf" srcId="{7723496B-AEC3-4EE9-8DBE-3223C3D08079}" destId="{C58EBAE5-ED3A-466B-9999-321359CCAB24}" srcOrd="4" destOrd="0" presId="urn:microsoft.com/office/officeart/2005/8/layout/process1"/>
    <dgm:cxn modelId="{59ECF71F-6117-4787-9991-34E520668D7B}" type="presParOf" srcId="{7723496B-AEC3-4EE9-8DBE-3223C3D08079}" destId="{DDAD844F-8C64-4659-A960-4EB8C2F4434D}" srcOrd="5" destOrd="0" presId="urn:microsoft.com/office/officeart/2005/8/layout/process1"/>
    <dgm:cxn modelId="{1BF6B5CC-8ADC-4089-82D1-B4220FF0239B}" type="presParOf" srcId="{DDAD844F-8C64-4659-A960-4EB8C2F4434D}" destId="{4EA9B697-CDA7-4933-9B8C-38F69C11C944}" srcOrd="0" destOrd="0" presId="urn:microsoft.com/office/officeart/2005/8/layout/process1"/>
    <dgm:cxn modelId="{08F926AB-FB04-4313-BA5A-D89FF8E66B48}" type="presParOf" srcId="{7723496B-AEC3-4EE9-8DBE-3223C3D08079}" destId="{5E9221C2-794E-4672-BBD7-D993E4C25858}" srcOrd="6"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45C1029-6516-4C7C-BFE7-65239A5DDC91}" type="doc">
      <dgm:prSet loTypeId="urn:microsoft.com/office/officeart/2005/8/layout/process1" loCatId="process" qsTypeId="urn:microsoft.com/office/officeart/2005/8/quickstyle/simple1" qsCatId="simple" csTypeId="urn:microsoft.com/office/officeart/2005/8/colors/accent2_2" csCatId="accent2" phldr="1"/>
      <dgm:spPr/>
    </dgm:pt>
    <dgm:pt modelId="{B75DD1FC-C648-4D74-96A9-9E0CF8240695}">
      <dgm:prSet phldrT="[Text]" phldr="0"/>
      <dgm:spPr>
        <a:xfrm>
          <a:off x="4909" y="918892"/>
          <a:ext cx="2146420" cy="1287852"/>
        </a:xfrm>
        <a:prstGeom prst="roundRect">
          <a:avLst>
            <a:gd name="adj" fmla="val 10000"/>
          </a:avLst>
        </a:prstGeom>
        <a:solidFill>
          <a:srgbClr val="ED7D31">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a:lstStyle/>
        <a:p>
          <a:pPr>
            <a:lnSpc>
              <a:spcPct val="100000"/>
            </a:lnSpc>
            <a:buNone/>
          </a:pPr>
          <a:r>
            <a:rPr lang="en-US">
              <a:solidFill>
                <a:sysClr val="window" lastClr="FFFFFF"/>
              </a:solidFill>
              <a:latin typeface="Calibri Light" panose="020F0302020204030204"/>
              <a:ea typeface="+mn-ea"/>
              <a:cs typeface="+mn-cs"/>
            </a:rPr>
            <a:t>Discovery</a:t>
          </a:r>
          <a:endParaRPr lang="en-US">
            <a:solidFill>
              <a:sysClr val="window" lastClr="FFFFFF"/>
            </a:solidFill>
            <a:latin typeface="Calibri" panose="020F0502020204030204"/>
            <a:ea typeface="+mn-ea"/>
            <a:cs typeface="+mn-cs"/>
          </a:endParaRPr>
        </a:p>
      </dgm:t>
    </dgm:pt>
    <dgm:pt modelId="{B27D5499-3091-494F-A179-06F916E1C31C}" type="parTrans" cxnId="{5D5A7B73-F3D6-42BD-8736-419D5A6EC30E}">
      <dgm:prSet/>
      <dgm:spPr/>
      <dgm:t>
        <a:bodyPr/>
        <a:lstStyle/>
        <a:p>
          <a:endParaRPr lang="en-GB"/>
        </a:p>
      </dgm:t>
    </dgm:pt>
    <dgm:pt modelId="{5AAA4133-FBE3-443A-B7C2-6D39AF75C47C}" type="sibTrans" cxnId="{5D5A7B73-F3D6-42BD-8736-419D5A6EC30E}">
      <dgm:prSet/>
      <dgm:spPr>
        <a:xfrm>
          <a:off x="2365971" y="1296662"/>
          <a:ext cx="455041" cy="532312"/>
        </a:xfrm>
        <a:prstGeom prst="rightArrow">
          <a:avLst>
            <a:gd name="adj1" fmla="val 60000"/>
            <a:gd name="adj2" fmla="val 50000"/>
          </a:avLst>
        </a:prstGeom>
        <a:solidFill>
          <a:srgbClr val="ED7D31">
            <a:tint val="60000"/>
            <a:hueOff val="0"/>
            <a:satOff val="0"/>
            <a:lumOff val="0"/>
            <a:alphaOff val="0"/>
          </a:srgbClr>
        </a:solidFill>
        <a:ln>
          <a:noFill/>
        </a:ln>
        <a:effectLst/>
      </dgm:spPr>
      <dgm:t>
        <a:bodyPr/>
        <a:lstStyle/>
        <a:p>
          <a:pPr>
            <a:buNone/>
          </a:pPr>
          <a:endParaRPr lang="en-US">
            <a:solidFill>
              <a:sysClr val="window" lastClr="FFFFFF"/>
            </a:solidFill>
            <a:latin typeface="Calibri" panose="020F0502020204030204"/>
            <a:ea typeface="+mn-ea"/>
            <a:cs typeface="+mn-cs"/>
          </a:endParaRPr>
        </a:p>
      </dgm:t>
    </dgm:pt>
    <dgm:pt modelId="{A8CF7210-C625-416B-A6CB-86D555C0C692}">
      <dgm:prSet phldrT="[Text]" phldr="0"/>
      <dgm:spPr>
        <a:xfrm>
          <a:off x="3009898" y="918892"/>
          <a:ext cx="2146420" cy="1287852"/>
        </a:xfrm>
        <a:prstGeom prst="roundRect">
          <a:avLst>
            <a:gd name="adj" fmla="val 10000"/>
          </a:avLst>
        </a:prstGeom>
        <a:solidFill>
          <a:srgbClr val="ED7D31">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a:lstStyle/>
        <a:p>
          <a:pPr>
            <a:lnSpc>
              <a:spcPct val="100000"/>
            </a:lnSpc>
            <a:buNone/>
          </a:pPr>
          <a:r>
            <a:rPr lang="en-US">
              <a:solidFill>
                <a:sysClr val="window" lastClr="FFFFFF"/>
              </a:solidFill>
              <a:latin typeface="Calibri Light" panose="020F0302020204030204"/>
              <a:ea typeface="+mn-ea"/>
              <a:cs typeface="+mn-cs"/>
            </a:rPr>
            <a:t>Definition</a:t>
          </a:r>
          <a:endParaRPr lang="en-US">
            <a:solidFill>
              <a:sysClr val="window" lastClr="FFFFFF"/>
            </a:solidFill>
            <a:latin typeface="Calibri" panose="020F0502020204030204"/>
            <a:ea typeface="+mn-ea"/>
            <a:cs typeface="+mn-cs"/>
          </a:endParaRPr>
        </a:p>
      </dgm:t>
    </dgm:pt>
    <dgm:pt modelId="{0B61DCAF-8D83-430B-900F-0E143C457283}" type="parTrans" cxnId="{358CC2A5-493F-4371-891A-B29692EC8B56}">
      <dgm:prSet/>
      <dgm:spPr/>
      <dgm:t>
        <a:bodyPr/>
        <a:lstStyle/>
        <a:p>
          <a:endParaRPr lang="en-GB"/>
        </a:p>
      </dgm:t>
    </dgm:pt>
    <dgm:pt modelId="{2517FAF5-A56F-443F-91A1-BF1180C37718}" type="sibTrans" cxnId="{358CC2A5-493F-4371-891A-B29692EC8B56}">
      <dgm:prSet/>
      <dgm:spPr>
        <a:xfrm>
          <a:off x="5370960" y="1296662"/>
          <a:ext cx="455041" cy="532312"/>
        </a:xfrm>
        <a:prstGeom prst="rightArrow">
          <a:avLst>
            <a:gd name="adj1" fmla="val 60000"/>
            <a:gd name="adj2" fmla="val 50000"/>
          </a:avLst>
        </a:prstGeom>
        <a:solidFill>
          <a:srgbClr val="ED7D31">
            <a:tint val="60000"/>
            <a:hueOff val="0"/>
            <a:satOff val="0"/>
            <a:lumOff val="0"/>
            <a:alphaOff val="0"/>
          </a:srgbClr>
        </a:solidFill>
        <a:ln>
          <a:noFill/>
        </a:ln>
        <a:effectLst/>
      </dgm:spPr>
      <dgm:t>
        <a:bodyPr/>
        <a:lstStyle/>
        <a:p>
          <a:pPr>
            <a:buNone/>
          </a:pPr>
          <a:endParaRPr lang="en-US">
            <a:solidFill>
              <a:sysClr val="window" lastClr="FFFFFF"/>
            </a:solidFill>
            <a:latin typeface="Calibri" panose="020F0502020204030204"/>
            <a:ea typeface="+mn-ea"/>
            <a:cs typeface="+mn-cs"/>
          </a:endParaRPr>
        </a:p>
      </dgm:t>
    </dgm:pt>
    <dgm:pt modelId="{6C35A5E1-CEAE-4AB4-9195-687C6F05A4D4}">
      <dgm:prSet phldrT="[Text]" phldr="0"/>
      <dgm:spPr>
        <a:xfrm>
          <a:off x="6014887" y="918892"/>
          <a:ext cx="2146420" cy="1287852"/>
        </a:xfrm>
        <a:prstGeom prst="roundRect">
          <a:avLst>
            <a:gd name="adj" fmla="val 10000"/>
          </a:avLst>
        </a:prstGeom>
        <a:solidFill>
          <a:srgbClr val="ED7D31">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a:lstStyle/>
        <a:p>
          <a:pPr>
            <a:lnSpc>
              <a:spcPct val="100000"/>
            </a:lnSpc>
            <a:buNone/>
          </a:pPr>
          <a:r>
            <a:rPr lang="en-US">
              <a:solidFill>
                <a:sysClr val="window" lastClr="FFFFFF"/>
              </a:solidFill>
              <a:latin typeface="Calibri Light" panose="020F0302020204030204"/>
              <a:ea typeface="+mn-ea"/>
              <a:cs typeface="+mn-cs"/>
            </a:rPr>
            <a:t>Design</a:t>
          </a:r>
          <a:endParaRPr lang="en-US">
            <a:solidFill>
              <a:sysClr val="window" lastClr="FFFFFF"/>
            </a:solidFill>
            <a:latin typeface="Calibri" panose="020F0502020204030204"/>
            <a:ea typeface="+mn-ea"/>
            <a:cs typeface="+mn-cs"/>
          </a:endParaRPr>
        </a:p>
      </dgm:t>
    </dgm:pt>
    <dgm:pt modelId="{00CB5BD9-3AA6-4DC4-92E5-AECB8555AA21}" type="parTrans" cxnId="{DD31CDA4-521C-49D8-9AB8-4491A7C3E752}">
      <dgm:prSet/>
      <dgm:spPr/>
      <dgm:t>
        <a:bodyPr/>
        <a:lstStyle/>
        <a:p>
          <a:endParaRPr lang="en-GB"/>
        </a:p>
      </dgm:t>
    </dgm:pt>
    <dgm:pt modelId="{093E1B28-7796-4D1F-BAF9-1546840FF2B8}" type="sibTrans" cxnId="{DD31CDA4-521C-49D8-9AB8-4491A7C3E752}">
      <dgm:prSet/>
      <dgm:spPr>
        <a:xfrm>
          <a:off x="8375949" y="1296662"/>
          <a:ext cx="455041" cy="532312"/>
        </a:xfrm>
        <a:prstGeom prst="rightArrow">
          <a:avLst>
            <a:gd name="adj1" fmla="val 60000"/>
            <a:gd name="adj2" fmla="val 50000"/>
          </a:avLst>
        </a:prstGeom>
        <a:solidFill>
          <a:srgbClr val="ED7D31">
            <a:tint val="60000"/>
            <a:hueOff val="0"/>
            <a:satOff val="0"/>
            <a:lumOff val="0"/>
            <a:alphaOff val="0"/>
          </a:srgbClr>
        </a:solidFill>
        <a:ln>
          <a:noFill/>
        </a:ln>
        <a:effectLst/>
      </dgm:spPr>
      <dgm:t>
        <a:bodyPr/>
        <a:lstStyle/>
        <a:p>
          <a:pPr>
            <a:buNone/>
          </a:pPr>
          <a:endParaRPr lang="en-US">
            <a:solidFill>
              <a:sysClr val="window" lastClr="FFFFFF"/>
            </a:solidFill>
            <a:latin typeface="Calibri" panose="020F0502020204030204"/>
            <a:ea typeface="+mn-ea"/>
            <a:cs typeface="+mn-cs"/>
          </a:endParaRPr>
        </a:p>
      </dgm:t>
    </dgm:pt>
    <dgm:pt modelId="{5ADB5A8C-0F79-4AC0-8D28-9EE9D49D7449}">
      <dgm:prSet phldr="0"/>
      <dgm:spPr>
        <a:xfrm>
          <a:off x="9019876" y="918892"/>
          <a:ext cx="2146420" cy="1287852"/>
        </a:xfrm>
        <a:prstGeom prst="roundRect">
          <a:avLst>
            <a:gd name="adj" fmla="val 10000"/>
          </a:avLst>
        </a:prstGeom>
        <a:solidFill>
          <a:srgbClr val="ED7D31">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a:lstStyle/>
        <a:p>
          <a:pPr>
            <a:lnSpc>
              <a:spcPct val="100000"/>
            </a:lnSpc>
            <a:buNone/>
          </a:pPr>
          <a:r>
            <a:rPr lang="en-US">
              <a:solidFill>
                <a:sysClr val="window" lastClr="FFFFFF"/>
              </a:solidFill>
              <a:latin typeface="Calibri Light" panose="020F0302020204030204"/>
              <a:ea typeface="+mn-ea"/>
              <a:cs typeface="+mn-cs"/>
            </a:rPr>
            <a:t>Development</a:t>
          </a:r>
        </a:p>
      </dgm:t>
    </dgm:pt>
    <dgm:pt modelId="{1F67CAD9-E104-411A-9CB6-8B01866F24FD}" type="parTrans" cxnId="{00C35C9B-A6B5-48BB-99D1-830BAD57C83F}">
      <dgm:prSet/>
      <dgm:spPr/>
      <dgm:t>
        <a:bodyPr/>
        <a:lstStyle/>
        <a:p>
          <a:endParaRPr lang="en-GB"/>
        </a:p>
      </dgm:t>
    </dgm:pt>
    <dgm:pt modelId="{D9012072-E3E4-4BA9-AC08-524A58594230}" type="sibTrans" cxnId="{00C35C9B-A6B5-48BB-99D1-830BAD57C83F}">
      <dgm:prSet/>
      <dgm:spPr/>
      <dgm:t>
        <a:bodyPr/>
        <a:lstStyle/>
        <a:p>
          <a:endParaRPr lang="en-US"/>
        </a:p>
      </dgm:t>
    </dgm:pt>
    <dgm:pt modelId="{7723496B-AEC3-4EE9-8DBE-3223C3D08079}" type="pres">
      <dgm:prSet presAssocID="{F45C1029-6516-4C7C-BFE7-65239A5DDC91}" presName="Name0" presStyleCnt="0">
        <dgm:presLayoutVars>
          <dgm:dir/>
          <dgm:resizeHandles val="exact"/>
        </dgm:presLayoutVars>
      </dgm:prSet>
      <dgm:spPr/>
    </dgm:pt>
    <dgm:pt modelId="{B2202F9F-25F2-4B77-8C9D-D3F5533CF142}" type="pres">
      <dgm:prSet presAssocID="{B75DD1FC-C648-4D74-96A9-9E0CF8240695}" presName="node" presStyleLbl="node1" presStyleIdx="0" presStyleCnt="4">
        <dgm:presLayoutVars>
          <dgm:bulletEnabled val="1"/>
        </dgm:presLayoutVars>
      </dgm:prSet>
      <dgm:spPr/>
    </dgm:pt>
    <dgm:pt modelId="{7D23B1DD-3753-447A-822A-AB90862FE59B}" type="pres">
      <dgm:prSet presAssocID="{5AAA4133-FBE3-443A-B7C2-6D39AF75C47C}" presName="sibTrans" presStyleLbl="sibTrans2D1" presStyleIdx="0" presStyleCnt="3"/>
      <dgm:spPr/>
    </dgm:pt>
    <dgm:pt modelId="{51244A5C-7100-4FAD-A29E-F2E838081B19}" type="pres">
      <dgm:prSet presAssocID="{5AAA4133-FBE3-443A-B7C2-6D39AF75C47C}" presName="connectorText" presStyleLbl="sibTrans2D1" presStyleIdx="0" presStyleCnt="3"/>
      <dgm:spPr/>
    </dgm:pt>
    <dgm:pt modelId="{F3208D1C-3D3D-4BA7-81E5-CBD91A2B89C9}" type="pres">
      <dgm:prSet presAssocID="{A8CF7210-C625-416B-A6CB-86D555C0C692}" presName="node" presStyleLbl="node1" presStyleIdx="1" presStyleCnt="4">
        <dgm:presLayoutVars>
          <dgm:bulletEnabled val="1"/>
        </dgm:presLayoutVars>
      </dgm:prSet>
      <dgm:spPr/>
    </dgm:pt>
    <dgm:pt modelId="{C8DF65A4-B05F-43E6-8CE3-93C24E2FE8EF}" type="pres">
      <dgm:prSet presAssocID="{2517FAF5-A56F-443F-91A1-BF1180C37718}" presName="sibTrans" presStyleLbl="sibTrans2D1" presStyleIdx="1" presStyleCnt="3"/>
      <dgm:spPr/>
    </dgm:pt>
    <dgm:pt modelId="{E9F19E8C-01C0-4656-9D99-F3C03012C8BA}" type="pres">
      <dgm:prSet presAssocID="{2517FAF5-A56F-443F-91A1-BF1180C37718}" presName="connectorText" presStyleLbl="sibTrans2D1" presStyleIdx="1" presStyleCnt="3"/>
      <dgm:spPr/>
    </dgm:pt>
    <dgm:pt modelId="{C58EBAE5-ED3A-466B-9999-321359CCAB24}" type="pres">
      <dgm:prSet presAssocID="{6C35A5E1-CEAE-4AB4-9195-687C6F05A4D4}" presName="node" presStyleLbl="node1" presStyleIdx="2" presStyleCnt="4">
        <dgm:presLayoutVars>
          <dgm:bulletEnabled val="1"/>
        </dgm:presLayoutVars>
      </dgm:prSet>
      <dgm:spPr/>
    </dgm:pt>
    <dgm:pt modelId="{DDAD844F-8C64-4659-A960-4EB8C2F4434D}" type="pres">
      <dgm:prSet presAssocID="{093E1B28-7796-4D1F-BAF9-1546840FF2B8}" presName="sibTrans" presStyleLbl="sibTrans2D1" presStyleIdx="2" presStyleCnt="3"/>
      <dgm:spPr/>
    </dgm:pt>
    <dgm:pt modelId="{4EA9B697-CDA7-4933-9B8C-38F69C11C944}" type="pres">
      <dgm:prSet presAssocID="{093E1B28-7796-4D1F-BAF9-1546840FF2B8}" presName="connectorText" presStyleLbl="sibTrans2D1" presStyleIdx="2" presStyleCnt="3"/>
      <dgm:spPr/>
    </dgm:pt>
    <dgm:pt modelId="{5E9221C2-794E-4672-BBD7-D993E4C25858}" type="pres">
      <dgm:prSet presAssocID="{5ADB5A8C-0F79-4AC0-8D28-9EE9D49D7449}" presName="node" presStyleLbl="node1" presStyleIdx="3" presStyleCnt="4">
        <dgm:presLayoutVars>
          <dgm:bulletEnabled val="1"/>
        </dgm:presLayoutVars>
      </dgm:prSet>
      <dgm:spPr/>
    </dgm:pt>
  </dgm:ptLst>
  <dgm:cxnLst>
    <dgm:cxn modelId="{596C6207-7A2B-4226-8E02-EC6AC2348C8C}" type="presOf" srcId="{F45C1029-6516-4C7C-BFE7-65239A5DDC91}" destId="{7723496B-AEC3-4EE9-8DBE-3223C3D08079}" srcOrd="0" destOrd="0" presId="urn:microsoft.com/office/officeart/2005/8/layout/process1"/>
    <dgm:cxn modelId="{D3CFEF0C-0BB2-4798-8223-A4DE56A603A2}" type="presOf" srcId="{5AAA4133-FBE3-443A-B7C2-6D39AF75C47C}" destId="{7D23B1DD-3753-447A-822A-AB90862FE59B}" srcOrd="0" destOrd="0" presId="urn:microsoft.com/office/officeart/2005/8/layout/process1"/>
    <dgm:cxn modelId="{D2E64225-A98F-49A5-8221-87CDC0000549}" type="presOf" srcId="{093E1B28-7796-4D1F-BAF9-1546840FF2B8}" destId="{DDAD844F-8C64-4659-A960-4EB8C2F4434D}" srcOrd="0" destOrd="0" presId="urn:microsoft.com/office/officeart/2005/8/layout/process1"/>
    <dgm:cxn modelId="{64183135-68C7-4F72-BEFF-5B03177552F6}" type="presOf" srcId="{093E1B28-7796-4D1F-BAF9-1546840FF2B8}" destId="{4EA9B697-CDA7-4933-9B8C-38F69C11C944}" srcOrd="1" destOrd="0" presId="urn:microsoft.com/office/officeart/2005/8/layout/process1"/>
    <dgm:cxn modelId="{5D5A7B73-F3D6-42BD-8736-419D5A6EC30E}" srcId="{F45C1029-6516-4C7C-BFE7-65239A5DDC91}" destId="{B75DD1FC-C648-4D74-96A9-9E0CF8240695}" srcOrd="0" destOrd="0" parTransId="{B27D5499-3091-494F-A179-06F916E1C31C}" sibTransId="{5AAA4133-FBE3-443A-B7C2-6D39AF75C47C}"/>
    <dgm:cxn modelId="{1AC3DE59-C0E8-4823-98B7-4186D169C9EB}" type="presOf" srcId="{5ADB5A8C-0F79-4AC0-8D28-9EE9D49D7449}" destId="{5E9221C2-794E-4672-BBD7-D993E4C25858}" srcOrd="0" destOrd="0" presId="urn:microsoft.com/office/officeart/2005/8/layout/process1"/>
    <dgm:cxn modelId="{7E775480-779F-41AE-9D4F-7CD5884F3594}" type="presOf" srcId="{2517FAF5-A56F-443F-91A1-BF1180C37718}" destId="{C8DF65A4-B05F-43E6-8CE3-93C24E2FE8EF}" srcOrd="0" destOrd="0" presId="urn:microsoft.com/office/officeart/2005/8/layout/process1"/>
    <dgm:cxn modelId="{00C35C9B-A6B5-48BB-99D1-830BAD57C83F}" srcId="{F45C1029-6516-4C7C-BFE7-65239A5DDC91}" destId="{5ADB5A8C-0F79-4AC0-8D28-9EE9D49D7449}" srcOrd="3" destOrd="0" parTransId="{1F67CAD9-E104-411A-9CB6-8B01866F24FD}" sibTransId="{D9012072-E3E4-4BA9-AC08-524A58594230}"/>
    <dgm:cxn modelId="{DD31CDA4-521C-49D8-9AB8-4491A7C3E752}" srcId="{F45C1029-6516-4C7C-BFE7-65239A5DDC91}" destId="{6C35A5E1-CEAE-4AB4-9195-687C6F05A4D4}" srcOrd="2" destOrd="0" parTransId="{00CB5BD9-3AA6-4DC4-92E5-AECB8555AA21}" sibTransId="{093E1B28-7796-4D1F-BAF9-1546840FF2B8}"/>
    <dgm:cxn modelId="{358CC2A5-493F-4371-891A-B29692EC8B56}" srcId="{F45C1029-6516-4C7C-BFE7-65239A5DDC91}" destId="{A8CF7210-C625-416B-A6CB-86D555C0C692}" srcOrd="1" destOrd="0" parTransId="{0B61DCAF-8D83-430B-900F-0E143C457283}" sibTransId="{2517FAF5-A56F-443F-91A1-BF1180C37718}"/>
    <dgm:cxn modelId="{3CE715C4-F5C0-4C2D-A5DD-109F19096C98}" type="presOf" srcId="{2517FAF5-A56F-443F-91A1-BF1180C37718}" destId="{E9F19E8C-01C0-4656-9D99-F3C03012C8BA}" srcOrd="1" destOrd="0" presId="urn:microsoft.com/office/officeart/2005/8/layout/process1"/>
    <dgm:cxn modelId="{6BE707CC-701E-4CD9-9A7F-C9FE235DCC6C}" type="presOf" srcId="{6C35A5E1-CEAE-4AB4-9195-687C6F05A4D4}" destId="{C58EBAE5-ED3A-466B-9999-321359CCAB24}" srcOrd="0" destOrd="0" presId="urn:microsoft.com/office/officeart/2005/8/layout/process1"/>
    <dgm:cxn modelId="{A5FE59D1-C513-4FE1-874B-D326A0323692}" type="presOf" srcId="{B75DD1FC-C648-4D74-96A9-9E0CF8240695}" destId="{B2202F9F-25F2-4B77-8C9D-D3F5533CF142}" srcOrd="0" destOrd="0" presId="urn:microsoft.com/office/officeart/2005/8/layout/process1"/>
    <dgm:cxn modelId="{D86B21D8-FAFB-4905-995D-040261D48D1A}" type="presOf" srcId="{A8CF7210-C625-416B-A6CB-86D555C0C692}" destId="{F3208D1C-3D3D-4BA7-81E5-CBD91A2B89C9}" srcOrd="0" destOrd="0" presId="urn:microsoft.com/office/officeart/2005/8/layout/process1"/>
    <dgm:cxn modelId="{0034E3F9-AC51-4F1E-80F2-D8C013946906}" type="presOf" srcId="{5AAA4133-FBE3-443A-B7C2-6D39AF75C47C}" destId="{51244A5C-7100-4FAD-A29E-F2E838081B19}" srcOrd="1" destOrd="0" presId="urn:microsoft.com/office/officeart/2005/8/layout/process1"/>
    <dgm:cxn modelId="{075B2E81-A388-4B5E-8AB3-C999C967C125}" type="presParOf" srcId="{7723496B-AEC3-4EE9-8DBE-3223C3D08079}" destId="{B2202F9F-25F2-4B77-8C9D-D3F5533CF142}" srcOrd="0" destOrd="0" presId="urn:microsoft.com/office/officeart/2005/8/layout/process1"/>
    <dgm:cxn modelId="{DE18CA04-3348-4448-ADAA-65890EDB7E6E}" type="presParOf" srcId="{7723496B-AEC3-4EE9-8DBE-3223C3D08079}" destId="{7D23B1DD-3753-447A-822A-AB90862FE59B}" srcOrd="1" destOrd="0" presId="urn:microsoft.com/office/officeart/2005/8/layout/process1"/>
    <dgm:cxn modelId="{F746F4AC-2BAF-49E9-BB95-A63D4206D24C}" type="presParOf" srcId="{7D23B1DD-3753-447A-822A-AB90862FE59B}" destId="{51244A5C-7100-4FAD-A29E-F2E838081B19}" srcOrd="0" destOrd="0" presId="urn:microsoft.com/office/officeart/2005/8/layout/process1"/>
    <dgm:cxn modelId="{09B9928A-55CB-4960-BBDE-EA8DA4F7F9B5}" type="presParOf" srcId="{7723496B-AEC3-4EE9-8DBE-3223C3D08079}" destId="{F3208D1C-3D3D-4BA7-81E5-CBD91A2B89C9}" srcOrd="2" destOrd="0" presId="urn:microsoft.com/office/officeart/2005/8/layout/process1"/>
    <dgm:cxn modelId="{830EFFE1-9C36-4A32-B6AD-447274F1BE59}" type="presParOf" srcId="{7723496B-AEC3-4EE9-8DBE-3223C3D08079}" destId="{C8DF65A4-B05F-43E6-8CE3-93C24E2FE8EF}" srcOrd="3" destOrd="0" presId="urn:microsoft.com/office/officeart/2005/8/layout/process1"/>
    <dgm:cxn modelId="{A27D5344-81DC-432A-BF06-84569CDEB0BF}" type="presParOf" srcId="{C8DF65A4-B05F-43E6-8CE3-93C24E2FE8EF}" destId="{E9F19E8C-01C0-4656-9D99-F3C03012C8BA}" srcOrd="0" destOrd="0" presId="urn:microsoft.com/office/officeart/2005/8/layout/process1"/>
    <dgm:cxn modelId="{364D0EF1-E73E-42F3-A480-515E946258BA}" type="presParOf" srcId="{7723496B-AEC3-4EE9-8DBE-3223C3D08079}" destId="{C58EBAE5-ED3A-466B-9999-321359CCAB24}" srcOrd="4" destOrd="0" presId="urn:microsoft.com/office/officeart/2005/8/layout/process1"/>
    <dgm:cxn modelId="{F7823A0D-5222-49A7-BA08-78AE86B142EE}" type="presParOf" srcId="{7723496B-AEC3-4EE9-8DBE-3223C3D08079}" destId="{DDAD844F-8C64-4659-A960-4EB8C2F4434D}" srcOrd="5" destOrd="0" presId="urn:microsoft.com/office/officeart/2005/8/layout/process1"/>
    <dgm:cxn modelId="{F5555BE6-4F68-48C3-BDB9-E573AAA64205}" type="presParOf" srcId="{DDAD844F-8C64-4659-A960-4EB8C2F4434D}" destId="{4EA9B697-CDA7-4933-9B8C-38F69C11C944}" srcOrd="0" destOrd="0" presId="urn:microsoft.com/office/officeart/2005/8/layout/process1"/>
    <dgm:cxn modelId="{4C8367BB-55C8-4331-BF7A-936FEF14246D}" type="presParOf" srcId="{7723496B-AEC3-4EE9-8DBE-3223C3D08079}" destId="{5E9221C2-794E-4672-BBD7-D993E4C25858}" srcOrd="6"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8582FD8-936E-4158-94A7-78EB1D31E39A}" type="doc">
      <dgm:prSet loTypeId="urn:microsoft.com/office/officeart/2005/8/layout/vList2" loCatId="list" qsTypeId="urn:microsoft.com/office/officeart/2005/8/quickstyle/simple2" qsCatId="simple" csTypeId="urn:microsoft.com/office/officeart/2005/8/colors/colorful2" csCatId="colorful" phldr="1"/>
      <dgm:spPr/>
      <dgm:t>
        <a:bodyPr/>
        <a:lstStyle/>
        <a:p>
          <a:endParaRPr lang="en-US"/>
        </a:p>
      </dgm:t>
    </dgm:pt>
    <dgm:pt modelId="{452A9ED1-C4E3-49A2-9E6E-97808342EE79}">
      <dgm:prSet phldrT="[Text]" phldr="0"/>
      <dgm:spPr/>
      <dgm:t>
        <a:bodyPr/>
        <a:lstStyle/>
        <a:p>
          <a:pPr rtl="0"/>
          <a:r>
            <a:rPr lang="en-US">
              <a:latin typeface="Calibri"/>
              <a:cs typeface="Calibri"/>
            </a:rPr>
            <a:t> Persona Development</a:t>
          </a:r>
          <a:endParaRPr lang="en-US"/>
        </a:p>
      </dgm:t>
    </dgm:pt>
    <dgm:pt modelId="{A9020B69-45BF-4C06-A92A-F621E300E4A7}" type="parTrans" cxnId="{DEC860C7-3B15-40D1-A576-91297C04067E}">
      <dgm:prSet/>
      <dgm:spPr/>
      <dgm:t>
        <a:bodyPr/>
        <a:lstStyle/>
        <a:p>
          <a:endParaRPr lang="en-US"/>
        </a:p>
      </dgm:t>
    </dgm:pt>
    <dgm:pt modelId="{68BD81DC-D087-4700-8896-875EDCC1F1A2}" type="sibTrans" cxnId="{DEC860C7-3B15-40D1-A576-91297C04067E}">
      <dgm:prSet/>
      <dgm:spPr/>
      <dgm:t>
        <a:bodyPr/>
        <a:lstStyle/>
        <a:p>
          <a:endParaRPr lang="en-US"/>
        </a:p>
      </dgm:t>
    </dgm:pt>
    <dgm:pt modelId="{E1FFE524-FA85-4B6C-A27C-983BA3AF3407}">
      <dgm:prSet phldrT="[Text]" phldr="0"/>
      <dgm:spPr/>
      <dgm:t>
        <a:bodyPr/>
        <a:lstStyle/>
        <a:p>
          <a:pPr rtl="0"/>
          <a:r>
            <a:rPr lang="en-US">
              <a:latin typeface="Calibri Light" panose="020F0302020204030204"/>
            </a:rPr>
            <a:t>Journey Mapping</a:t>
          </a:r>
          <a:endParaRPr lang="en-US"/>
        </a:p>
      </dgm:t>
    </dgm:pt>
    <dgm:pt modelId="{731DDBED-01C1-46E5-A11F-FE7D7E3D4683}" type="parTrans" cxnId="{519C428F-04B0-43C5-B31C-BB6BDEDC9EC4}">
      <dgm:prSet/>
      <dgm:spPr/>
      <dgm:t>
        <a:bodyPr/>
        <a:lstStyle/>
        <a:p>
          <a:endParaRPr lang="en-US"/>
        </a:p>
      </dgm:t>
    </dgm:pt>
    <dgm:pt modelId="{70981B20-2969-4279-B604-67723B23F1EF}" type="sibTrans" cxnId="{519C428F-04B0-43C5-B31C-BB6BDEDC9EC4}">
      <dgm:prSet/>
      <dgm:spPr/>
      <dgm:t>
        <a:bodyPr/>
        <a:lstStyle/>
        <a:p>
          <a:endParaRPr lang="en-US"/>
        </a:p>
      </dgm:t>
    </dgm:pt>
    <dgm:pt modelId="{B9CCFE0D-6BA8-4B4E-94EE-1C1D50F482B6}">
      <dgm:prSet phldrT="[Text]" phldr="0"/>
      <dgm:spPr/>
      <dgm:t>
        <a:bodyPr/>
        <a:lstStyle/>
        <a:p>
          <a:r>
            <a:rPr lang="en-US">
              <a:latin typeface="Calibri Light" panose="020F0302020204030204"/>
            </a:rPr>
            <a:t>Wireframing</a:t>
          </a:r>
          <a:endParaRPr lang="en-US"/>
        </a:p>
      </dgm:t>
    </dgm:pt>
    <dgm:pt modelId="{B0F492CD-37EE-4E23-863C-0E689C653393}" type="parTrans" cxnId="{5BEE6AE3-80EE-43B4-B269-5027D2ED573E}">
      <dgm:prSet/>
      <dgm:spPr/>
      <dgm:t>
        <a:bodyPr/>
        <a:lstStyle/>
        <a:p>
          <a:endParaRPr lang="en-US"/>
        </a:p>
      </dgm:t>
    </dgm:pt>
    <dgm:pt modelId="{42360782-B80C-4B58-9799-69D307C8EF2C}" type="sibTrans" cxnId="{5BEE6AE3-80EE-43B4-B269-5027D2ED573E}">
      <dgm:prSet/>
      <dgm:spPr/>
      <dgm:t>
        <a:bodyPr/>
        <a:lstStyle/>
        <a:p>
          <a:endParaRPr lang="en-US"/>
        </a:p>
      </dgm:t>
    </dgm:pt>
    <dgm:pt modelId="{7B7F830A-5CBA-47A3-A253-724DA6DEB909}">
      <dgm:prSet phldrT="[Text]" phldr="0"/>
      <dgm:spPr/>
      <dgm:t>
        <a:bodyPr/>
        <a:lstStyle/>
        <a:p>
          <a:pPr rtl="0"/>
          <a:r>
            <a:rPr lang="en-US">
              <a:latin typeface="Calibri Light" panose="020F0302020204030204"/>
            </a:rPr>
            <a:t>Usability Testing</a:t>
          </a:r>
          <a:endParaRPr lang="en-US"/>
        </a:p>
      </dgm:t>
    </dgm:pt>
    <dgm:pt modelId="{1EAE3DCA-EA43-41E2-AD51-E0F63DA19998}" type="parTrans" cxnId="{D0AEB02F-6F20-454B-B03F-1E0944D2D309}">
      <dgm:prSet/>
      <dgm:spPr/>
      <dgm:t>
        <a:bodyPr/>
        <a:lstStyle/>
        <a:p>
          <a:endParaRPr lang="en-US"/>
        </a:p>
      </dgm:t>
    </dgm:pt>
    <dgm:pt modelId="{2E12FCA8-3114-4AC1-AD36-00CA6FDE6BB8}" type="sibTrans" cxnId="{D0AEB02F-6F20-454B-B03F-1E0944D2D309}">
      <dgm:prSet/>
      <dgm:spPr/>
      <dgm:t>
        <a:bodyPr/>
        <a:lstStyle/>
        <a:p>
          <a:endParaRPr lang="en-US"/>
        </a:p>
      </dgm:t>
    </dgm:pt>
    <dgm:pt modelId="{BA35665F-E659-4B74-B3F2-AE5FC0A88803}">
      <dgm:prSet phldr="0"/>
      <dgm:spPr/>
      <dgm:t>
        <a:bodyPr/>
        <a:lstStyle/>
        <a:p>
          <a:pPr rtl="0"/>
          <a:r>
            <a:rPr lang="en-US">
              <a:latin typeface="Calibri"/>
              <a:cs typeface="Calibri"/>
            </a:rPr>
            <a:t>User Research</a:t>
          </a:r>
        </a:p>
      </dgm:t>
    </dgm:pt>
    <dgm:pt modelId="{890FB536-841A-423A-B2F4-80D9EE55D148}" type="parTrans" cxnId="{ACBB4521-FC90-4BA1-A2F9-6821B97E0A7F}">
      <dgm:prSet/>
      <dgm:spPr/>
      <dgm:t>
        <a:bodyPr/>
        <a:lstStyle/>
        <a:p>
          <a:endParaRPr lang="en-GB"/>
        </a:p>
      </dgm:t>
    </dgm:pt>
    <dgm:pt modelId="{C94DD0EB-0186-4A27-B739-00F71C65FBF8}" type="sibTrans" cxnId="{ACBB4521-FC90-4BA1-A2F9-6821B97E0A7F}">
      <dgm:prSet/>
      <dgm:spPr/>
      <dgm:t>
        <a:bodyPr/>
        <a:lstStyle/>
        <a:p>
          <a:endParaRPr lang="en-GB"/>
        </a:p>
      </dgm:t>
    </dgm:pt>
    <dgm:pt modelId="{941A1CBA-A45A-4904-B66D-FD9761CEFEB5}" type="pres">
      <dgm:prSet presAssocID="{88582FD8-936E-4158-94A7-78EB1D31E39A}" presName="linear" presStyleCnt="0">
        <dgm:presLayoutVars>
          <dgm:animLvl val="lvl"/>
          <dgm:resizeHandles val="exact"/>
        </dgm:presLayoutVars>
      </dgm:prSet>
      <dgm:spPr/>
    </dgm:pt>
    <dgm:pt modelId="{18E540BA-3DE1-4C29-83FB-49E925A40479}" type="pres">
      <dgm:prSet presAssocID="{BA35665F-E659-4B74-B3F2-AE5FC0A88803}" presName="parentText" presStyleLbl="node1" presStyleIdx="0" presStyleCnt="5">
        <dgm:presLayoutVars>
          <dgm:chMax val="0"/>
          <dgm:bulletEnabled val="1"/>
        </dgm:presLayoutVars>
      </dgm:prSet>
      <dgm:spPr/>
    </dgm:pt>
    <dgm:pt modelId="{E8A9DD57-5E7D-413A-A6F2-A13A60F029A9}" type="pres">
      <dgm:prSet presAssocID="{C94DD0EB-0186-4A27-B739-00F71C65FBF8}" presName="spacer" presStyleCnt="0"/>
      <dgm:spPr/>
    </dgm:pt>
    <dgm:pt modelId="{7E89176A-D95A-4636-964B-932B4A31A974}" type="pres">
      <dgm:prSet presAssocID="{452A9ED1-C4E3-49A2-9E6E-97808342EE79}" presName="parentText" presStyleLbl="node1" presStyleIdx="1" presStyleCnt="5">
        <dgm:presLayoutVars>
          <dgm:chMax val="0"/>
          <dgm:bulletEnabled val="1"/>
        </dgm:presLayoutVars>
      </dgm:prSet>
      <dgm:spPr/>
    </dgm:pt>
    <dgm:pt modelId="{621425B9-F17B-4E5E-B70C-4A1C84231438}" type="pres">
      <dgm:prSet presAssocID="{68BD81DC-D087-4700-8896-875EDCC1F1A2}" presName="spacer" presStyleCnt="0"/>
      <dgm:spPr/>
    </dgm:pt>
    <dgm:pt modelId="{3C691524-EE46-4C9D-9C9D-8B035299BC2D}" type="pres">
      <dgm:prSet presAssocID="{E1FFE524-FA85-4B6C-A27C-983BA3AF3407}" presName="parentText" presStyleLbl="node1" presStyleIdx="2" presStyleCnt="5">
        <dgm:presLayoutVars>
          <dgm:chMax val="0"/>
          <dgm:bulletEnabled val="1"/>
        </dgm:presLayoutVars>
      </dgm:prSet>
      <dgm:spPr/>
    </dgm:pt>
    <dgm:pt modelId="{37877EEB-8C0C-452A-A5CE-F96AAFEFC8B7}" type="pres">
      <dgm:prSet presAssocID="{70981B20-2969-4279-B604-67723B23F1EF}" presName="spacer" presStyleCnt="0"/>
      <dgm:spPr/>
    </dgm:pt>
    <dgm:pt modelId="{0D0D0252-DE74-47E6-A3C0-437459AB9D91}" type="pres">
      <dgm:prSet presAssocID="{B9CCFE0D-6BA8-4B4E-94EE-1C1D50F482B6}" presName="parentText" presStyleLbl="node1" presStyleIdx="3" presStyleCnt="5">
        <dgm:presLayoutVars>
          <dgm:chMax val="0"/>
          <dgm:bulletEnabled val="1"/>
        </dgm:presLayoutVars>
      </dgm:prSet>
      <dgm:spPr/>
    </dgm:pt>
    <dgm:pt modelId="{B4F35C41-0072-410E-97F6-8AE0BCB0C7E0}" type="pres">
      <dgm:prSet presAssocID="{42360782-B80C-4B58-9799-69D307C8EF2C}" presName="spacer" presStyleCnt="0"/>
      <dgm:spPr/>
    </dgm:pt>
    <dgm:pt modelId="{F8AE24AF-3D9C-42BA-B2B8-076158D05F61}" type="pres">
      <dgm:prSet presAssocID="{7B7F830A-5CBA-47A3-A253-724DA6DEB909}" presName="parentText" presStyleLbl="node1" presStyleIdx="4" presStyleCnt="5">
        <dgm:presLayoutVars>
          <dgm:chMax val="0"/>
          <dgm:bulletEnabled val="1"/>
        </dgm:presLayoutVars>
      </dgm:prSet>
      <dgm:spPr/>
    </dgm:pt>
  </dgm:ptLst>
  <dgm:cxnLst>
    <dgm:cxn modelId="{E11AE615-C6FD-45E3-8040-163557668AF8}" type="presOf" srcId="{88582FD8-936E-4158-94A7-78EB1D31E39A}" destId="{941A1CBA-A45A-4904-B66D-FD9761CEFEB5}" srcOrd="0" destOrd="0" presId="urn:microsoft.com/office/officeart/2005/8/layout/vList2"/>
    <dgm:cxn modelId="{A38EE61D-F1D3-4E54-B95A-DA041B684FEB}" type="presOf" srcId="{B9CCFE0D-6BA8-4B4E-94EE-1C1D50F482B6}" destId="{0D0D0252-DE74-47E6-A3C0-437459AB9D91}" srcOrd="0" destOrd="0" presId="urn:microsoft.com/office/officeart/2005/8/layout/vList2"/>
    <dgm:cxn modelId="{ACBB4521-FC90-4BA1-A2F9-6821B97E0A7F}" srcId="{88582FD8-936E-4158-94A7-78EB1D31E39A}" destId="{BA35665F-E659-4B74-B3F2-AE5FC0A88803}" srcOrd="0" destOrd="0" parTransId="{890FB536-841A-423A-B2F4-80D9EE55D148}" sibTransId="{C94DD0EB-0186-4A27-B739-00F71C65FBF8}"/>
    <dgm:cxn modelId="{D0AEB02F-6F20-454B-B03F-1E0944D2D309}" srcId="{88582FD8-936E-4158-94A7-78EB1D31E39A}" destId="{7B7F830A-5CBA-47A3-A253-724DA6DEB909}" srcOrd="4" destOrd="0" parTransId="{1EAE3DCA-EA43-41E2-AD51-E0F63DA19998}" sibTransId="{2E12FCA8-3114-4AC1-AD36-00CA6FDE6BB8}"/>
    <dgm:cxn modelId="{B921F85C-ED52-4957-B767-8E150DC1D32D}" type="presOf" srcId="{452A9ED1-C4E3-49A2-9E6E-97808342EE79}" destId="{7E89176A-D95A-4636-964B-932B4A31A974}" srcOrd="0" destOrd="0" presId="urn:microsoft.com/office/officeart/2005/8/layout/vList2"/>
    <dgm:cxn modelId="{86E66184-D756-4BBC-88E4-416C7F5CEC9F}" type="presOf" srcId="{BA35665F-E659-4B74-B3F2-AE5FC0A88803}" destId="{18E540BA-3DE1-4C29-83FB-49E925A40479}" srcOrd="0" destOrd="0" presId="urn:microsoft.com/office/officeart/2005/8/layout/vList2"/>
    <dgm:cxn modelId="{1C677E89-33AB-43DE-B63D-8FFF95F1CBC4}" type="presOf" srcId="{E1FFE524-FA85-4B6C-A27C-983BA3AF3407}" destId="{3C691524-EE46-4C9D-9C9D-8B035299BC2D}" srcOrd="0" destOrd="0" presId="urn:microsoft.com/office/officeart/2005/8/layout/vList2"/>
    <dgm:cxn modelId="{519C428F-04B0-43C5-B31C-BB6BDEDC9EC4}" srcId="{88582FD8-936E-4158-94A7-78EB1D31E39A}" destId="{E1FFE524-FA85-4B6C-A27C-983BA3AF3407}" srcOrd="2" destOrd="0" parTransId="{731DDBED-01C1-46E5-A11F-FE7D7E3D4683}" sibTransId="{70981B20-2969-4279-B604-67723B23F1EF}"/>
    <dgm:cxn modelId="{DEC860C7-3B15-40D1-A576-91297C04067E}" srcId="{88582FD8-936E-4158-94A7-78EB1D31E39A}" destId="{452A9ED1-C4E3-49A2-9E6E-97808342EE79}" srcOrd="1" destOrd="0" parTransId="{A9020B69-45BF-4C06-A92A-F621E300E4A7}" sibTransId="{68BD81DC-D087-4700-8896-875EDCC1F1A2}"/>
    <dgm:cxn modelId="{F643E9E2-A9F0-4796-A9F4-7035726169A7}" type="presOf" srcId="{7B7F830A-5CBA-47A3-A253-724DA6DEB909}" destId="{F8AE24AF-3D9C-42BA-B2B8-076158D05F61}" srcOrd="0" destOrd="0" presId="urn:microsoft.com/office/officeart/2005/8/layout/vList2"/>
    <dgm:cxn modelId="{5BEE6AE3-80EE-43B4-B269-5027D2ED573E}" srcId="{88582FD8-936E-4158-94A7-78EB1D31E39A}" destId="{B9CCFE0D-6BA8-4B4E-94EE-1C1D50F482B6}" srcOrd="3" destOrd="0" parTransId="{B0F492CD-37EE-4E23-863C-0E689C653393}" sibTransId="{42360782-B80C-4B58-9799-69D307C8EF2C}"/>
    <dgm:cxn modelId="{E27719BC-EC83-4D15-8698-FD62AC66B4D6}" type="presParOf" srcId="{941A1CBA-A45A-4904-B66D-FD9761CEFEB5}" destId="{18E540BA-3DE1-4C29-83FB-49E925A40479}" srcOrd="0" destOrd="0" presId="urn:microsoft.com/office/officeart/2005/8/layout/vList2"/>
    <dgm:cxn modelId="{5228998F-7EBE-43C8-A00C-9E7B3E963F98}" type="presParOf" srcId="{941A1CBA-A45A-4904-B66D-FD9761CEFEB5}" destId="{E8A9DD57-5E7D-413A-A6F2-A13A60F029A9}" srcOrd="1" destOrd="0" presId="urn:microsoft.com/office/officeart/2005/8/layout/vList2"/>
    <dgm:cxn modelId="{3088EE67-A91B-47A0-AE03-43D2C4F72EBC}" type="presParOf" srcId="{941A1CBA-A45A-4904-B66D-FD9761CEFEB5}" destId="{7E89176A-D95A-4636-964B-932B4A31A974}" srcOrd="2" destOrd="0" presId="urn:microsoft.com/office/officeart/2005/8/layout/vList2"/>
    <dgm:cxn modelId="{CCF6C3B6-92F0-4F63-950B-4747A8711E76}" type="presParOf" srcId="{941A1CBA-A45A-4904-B66D-FD9761CEFEB5}" destId="{621425B9-F17B-4E5E-B70C-4A1C84231438}" srcOrd="3" destOrd="0" presId="urn:microsoft.com/office/officeart/2005/8/layout/vList2"/>
    <dgm:cxn modelId="{D22277AA-B652-449D-AC6A-28509C6D3749}" type="presParOf" srcId="{941A1CBA-A45A-4904-B66D-FD9761CEFEB5}" destId="{3C691524-EE46-4C9D-9C9D-8B035299BC2D}" srcOrd="4" destOrd="0" presId="urn:microsoft.com/office/officeart/2005/8/layout/vList2"/>
    <dgm:cxn modelId="{46807CEF-4244-4C23-8BF4-D40DA719777B}" type="presParOf" srcId="{941A1CBA-A45A-4904-B66D-FD9761CEFEB5}" destId="{37877EEB-8C0C-452A-A5CE-F96AAFEFC8B7}" srcOrd="5" destOrd="0" presId="urn:microsoft.com/office/officeart/2005/8/layout/vList2"/>
    <dgm:cxn modelId="{A92C738E-1C1F-41EF-8499-4A0D0D13F53D}" type="presParOf" srcId="{941A1CBA-A45A-4904-B66D-FD9761CEFEB5}" destId="{0D0D0252-DE74-47E6-A3C0-437459AB9D91}" srcOrd="6" destOrd="0" presId="urn:microsoft.com/office/officeart/2005/8/layout/vList2"/>
    <dgm:cxn modelId="{F10139CF-FBB7-459E-892D-05FA66C42B92}" type="presParOf" srcId="{941A1CBA-A45A-4904-B66D-FD9761CEFEB5}" destId="{B4F35C41-0072-410E-97F6-8AE0BCB0C7E0}" srcOrd="7" destOrd="0" presId="urn:microsoft.com/office/officeart/2005/8/layout/vList2"/>
    <dgm:cxn modelId="{C028F176-F00A-4F65-B5D5-994AC0D69B51}" type="presParOf" srcId="{941A1CBA-A45A-4904-B66D-FD9761CEFEB5}" destId="{F8AE24AF-3D9C-42BA-B2B8-076158D05F61}"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88582FD8-936E-4158-94A7-78EB1D31E39A}" type="doc">
      <dgm:prSet loTypeId="urn:microsoft.com/office/officeart/2005/8/layout/cycle3" loCatId="cycle" qsTypeId="urn:microsoft.com/office/officeart/2005/8/quickstyle/simple1" qsCatId="simple" csTypeId="urn:microsoft.com/office/officeart/2005/8/colors/accent1_2" csCatId="accent1" phldr="1"/>
      <dgm:spPr/>
      <dgm:t>
        <a:bodyPr/>
        <a:lstStyle/>
        <a:p>
          <a:endParaRPr lang="en-US"/>
        </a:p>
      </dgm:t>
    </dgm:pt>
    <dgm:pt modelId="{452A9ED1-C4E3-49A2-9E6E-97808342EE79}">
      <dgm:prSet phldrT="[Text]" phldr="0"/>
      <dgm:spPr/>
      <dgm:t>
        <a:bodyPr/>
        <a:lstStyle/>
        <a:p>
          <a:pPr rtl="0"/>
          <a:r>
            <a:rPr lang="en-US">
              <a:solidFill>
                <a:srgbClr val="616161"/>
              </a:solidFill>
              <a:latin typeface="Calibri"/>
              <a:cs typeface="Calibri"/>
            </a:rPr>
            <a:t> Persona Development</a:t>
          </a:r>
          <a:endParaRPr lang="en-US"/>
        </a:p>
      </dgm:t>
    </dgm:pt>
    <dgm:pt modelId="{A9020B69-45BF-4C06-A92A-F621E300E4A7}" type="parTrans" cxnId="{DEC860C7-3B15-40D1-A576-91297C04067E}">
      <dgm:prSet/>
      <dgm:spPr/>
      <dgm:t>
        <a:bodyPr/>
        <a:lstStyle/>
        <a:p>
          <a:endParaRPr lang="en-US"/>
        </a:p>
      </dgm:t>
    </dgm:pt>
    <dgm:pt modelId="{68BD81DC-D087-4700-8896-875EDCC1F1A2}" type="sibTrans" cxnId="{DEC860C7-3B15-40D1-A576-91297C04067E}">
      <dgm:prSet/>
      <dgm:spPr/>
      <dgm:t>
        <a:bodyPr/>
        <a:lstStyle/>
        <a:p>
          <a:endParaRPr lang="en-US"/>
        </a:p>
      </dgm:t>
    </dgm:pt>
    <dgm:pt modelId="{E1FFE524-FA85-4B6C-A27C-983BA3AF3407}">
      <dgm:prSet phldrT="[Text]" phldr="0"/>
      <dgm:spPr/>
      <dgm:t>
        <a:bodyPr/>
        <a:lstStyle/>
        <a:p>
          <a:pPr rtl="0"/>
          <a:r>
            <a:rPr lang="en-US">
              <a:latin typeface="Calibri Light" panose="020F0302020204030204"/>
            </a:rPr>
            <a:t>Journey Mapping</a:t>
          </a:r>
          <a:endParaRPr lang="en-US"/>
        </a:p>
      </dgm:t>
    </dgm:pt>
    <dgm:pt modelId="{731DDBED-01C1-46E5-A11F-FE7D7E3D4683}" type="parTrans" cxnId="{519C428F-04B0-43C5-B31C-BB6BDEDC9EC4}">
      <dgm:prSet/>
      <dgm:spPr/>
      <dgm:t>
        <a:bodyPr/>
        <a:lstStyle/>
        <a:p>
          <a:endParaRPr lang="en-US"/>
        </a:p>
      </dgm:t>
    </dgm:pt>
    <dgm:pt modelId="{70981B20-2969-4279-B604-67723B23F1EF}" type="sibTrans" cxnId="{519C428F-04B0-43C5-B31C-BB6BDEDC9EC4}">
      <dgm:prSet/>
      <dgm:spPr/>
      <dgm:t>
        <a:bodyPr/>
        <a:lstStyle/>
        <a:p>
          <a:endParaRPr lang="en-US"/>
        </a:p>
      </dgm:t>
    </dgm:pt>
    <dgm:pt modelId="{B9CCFE0D-6BA8-4B4E-94EE-1C1D50F482B6}">
      <dgm:prSet phldrT="[Text]" phldr="0"/>
      <dgm:spPr/>
      <dgm:t>
        <a:bodyPr/>
        <a:lstStyle/>
        <a:p>
          <a:r>
            <a:rPr lang="en-US">
              <a:latin typeface="Calibri Light" panose="020F0302020204030204"/>
            </a:rPr>
            <a:t>Wireframing</a:t>
          </a:r>
          <a:endParaRPr lang="en-US"/>
        </a:p>
      </dgm:t>
    </dgm:pt>
    <dgm:pt modelId="{B0F492CD-37EE-4E23-863C-0E689C653393}" type="parTrans" cxnId="{5BEE6AE3-80EE-43B4-B269-5027D2ED573E}">
      <dgm:prSet/>
      <dgm:spPr/>
      <dgm:t>
        <a:bodyPr/>
        <a:lstStyle/>
        <a:p>
          <a:endParaRPr lang="en-US"/>
        </a:p>
      </dgm:t>
    </dgm:pt>
    <dgm:pt modelId="{42360782-B80C-4B58-9799-69D307C8EF2C}" type="sibTrans" cxnId="{5BEE6AE3-80EE-43B4-B269-5027D2ED573E}">
      <dgm:prSet/>
      <dgm:spPr/>
      <dgm:t>
        <a:bodyPr/>
        <a:lstStyle/>
        <a:p>
          <a:endParaRPr lang="en-US"/>
        </a:p>
      </dgm:t>
    </dgm:pt>
    <dgm:pt modelId="{7B7F830A-5CBA-47A3-A253-724DA6DEB909}">
      <dgm:prSet phldrT="[Text]" phldr="0"/>
      <dgm:spPr/>
      <dgm:t>
        <a:bodyPr/>
        <a:lstStyle/>
        <a:p>
          <a:pPr rtl="0"/>
          <a:r>
            <a:rPr lang="en-US">
              <a:latin typeface="Calibri Light" panose="020F0302020204030204"/>
            </a:rPr>
            <a:t>Usability Testing</a:t>
          </a:r>
          <a:endParaRPr lang="en-US"/>
        </a:p>
      </dgm:t>
    </dgm:pt>
    <dgm:pt modelId="{1EAE3DCA-EA43-41E2-AD51-E0F63DA19998}" type="parTrans" cxnId="{D0AEB02F-6F20-454B-B03F-1E0944D2D309}">
      <dgm:prSet/>
      <dgm:spPr/>
      <dgm:t>
        <a:bodyPr/>
        <a:lstStyle/>
        <a:p>
          <a:endParaRPr lang="en-US"/>
        </a:p>
      </dgm:t>
    </dgm:pt>
    <dgm:pt modelId="{2E12FCA8-3114-4AC1-AD36-00CA6FDE6BB8}" type="sibTrans" cxnId="{D0AEB02F-6F20-454B-B03F-1E0944D2D309}">
      <dgm:prSet/>
      <dgm:spPr/>
      <dgm:t>
        <a:bodyPr/>
        <a:lstStyle/>
        <a:p>
          <a:endParaRPr lang="en-US"/>
        </a:p>
      </dgm:t>
    </dgm:pt>
    <dgm:pt modelId="{BA35665F-E659-4B74-B3F2-AE5FC0A88803}">
      <dgm:prSet phldr="0"/>
      <dgm:spPr/>
      <dgm:t>
        <a:bodyPr/>
        <a:lstStyle/>
        <a:p>
          <a:pPr algn="l" rtl="0">
            <a:lnSpc>
              <a:spcPct val="150000"/>
            </a:lnSpc>
          </a:pPr>
          <a:r>
            <a:rPr lang="en-US">
              <a:solidFill>
                <a:srgbClr val="616161"/>
              </a:solidFill>
              <a:latin typeface="Calibri"/>
              <a:cs typeface="Calibri"/>
            </a:rPr>
            <a:t>User Research</a:t>
          </a:r>
          <a:endParaRPr lang="en-US">
            <a:solidFill>
              <a:srgbClr val="000000"/>
            </a:solidFill>
            <a:latin typeface="Calibri"/>
            <a:cs typeface="Calibri"/>
          </a:endParaRPr>
        </a:p>
      </dgm:t>
    </dgm:pt>
    <dgm:pt modelId="{890FB536-841A-423A-B2F4-80D9EE55D148}" type="parTrans" cxnId="{ACBB4521-FC90-4BA1-A2F9-6821B97E0A7F}">
      <dgm:prSet/>
      <dgm:spPr/>
      <dgm:t>
        <a:bodyPr/>
        <a:lstStyle/>
        <a:p>
          <a:endParaRPr lang="en-GB"/>
        </a:p>
      </dgm:t>
    </dgm:pt>
    <dgm:pt modelId="{C94DD0EB-0186-4A27-B739-00F71C65FBF8}" type="sibTrans" cxnId="{ACBB4521-FC90-4BA1-A2F9-6821B97E0A7F}">
      <dgm:prSet/>
      <dgm:spPr/>
      <dgm:t>
        <a:bodyPr/>
        <a:lstStyle/>
        <a:p>
          <a:endParaRPr lang="en-GB"/>
        </a:p>
      </dgm:t>
    </dgm:pt>
    <dgm:pt modelId="{DFFC9244-3308-45D7-AC1B-A54204DC5C15}" type="pres">
      <dgm:prSet presAssocID="{88582FD8-936E-4158-94A7-78EB1D31E39A}" presName="Name0" presStyleCnt="0">
        <dgm:presLayoutVars>
          <dgm:dir/>
          <dgm:resizeHandles val="exact"/>
        </dgm:presLayoutVars>
      </dgm:prSet>
      <dgm:spPr/>
    </dgm:pt>
    <dgm:pt modelId="{896C274F-58D5-40B1-9DD2-D17CB3EBED47}" type="pres">
      <dgm:prSet presAssocID="{88582FD8-936E-4158-94A7-78EB1D31E39A}" presName="cycle" presStyleCnt="0"/>
      <dgm:spPr/>
    </dgm:pt>
    <dgm:pt modelId="{5AF15EFC-0717-48AD-A27B-D88E8A89695A}" type="pres">
      <dgm:prSet presAssocID="{BA35665F-E659-4B74-B3F2-AE5FC0A88803}" presName="nodeFirstNode" presStyleLbl="node1" presStyleIdx="0" presStyleCnt="5">
        <dgm:presLayoutVars>
          <dgm:bulletEnabled val="1"/>
        </dgm:presLayoutVars>
      </dgm:prSet>
      <dgm:spPr/>
    </dgm:pt>
    <dgm:pt modelId="{3F391AD9-7935-48AD-BE68-562D259B4212}" type="pres">
      <dgm:prSet presAssocID="{C94DD0EB-0186-4A27-B739-00F71C65FBF8}" presName="sibTransFirstNode" presStyleLbl="bgShp" presStyleIdx="0" presStyleCnt="1"/>
      <dgm:spPr/>
    </dgm:pt>
    <dgm:pt modelId="{7EBCD5BC-E1FE-4AF9-90E0-AE0241818C97}" type="pres">
      <dgm:prSet presAssocID="{452A9ED1-C4E3-49A2-9E6E-97808342EE79}" presName="nodeFollowingNodes" presStyleLbl="node1" presStyleIdx="1" presStyleCnt="5">
        <dgm:presLayoutVars>
          <dgm:bulletEnabled val="1"/>
        </dgm:presLayoutVars>
      </dgm:prSet>
      <dgm:spPr/>
    </dgm:pt>
    <dgm:pt modelId="{6ECF4DC9-3ECB-4D02-9830-FA614BB99FEE}" type="pres">
      <dgm:prSet presAssocID="{E1FFE524-FA85-4B6C-A27C-983BA3AF3407}" presName="nodeFollowingNodes" presStyleLbl="node1" presStyleIdx="2" presStyleCnt="5">
        <dgm:presLayoutVars>
          <dgm:bulletEnabled val="1"/>
        </dgm:presLayoutVars>
      </dgm:prSet>
      <dgm:spPr/>
    </dgm:pt>
    <dgm:pt modelId="{308D7BC6-53D8-4265-A0FD-2AE6874BE39C}" type="pres">
      <dgm:prSet presAssocID="{B9CCFE0D-6BA8-4B4E-94EE-1C1D50F482B6}" presName="nodeFollowingNodes" presStyleLbl="node1" presStyleIdx="3" presStyleCnt="5">
        <dgm:presLayoutVars>
          <dgm:bulletEnabled val="1"/>
        </dgm:presLayoutVars>
      </dgm:prSet>
      <dgm:spPr/>
    </dgm:pt>
    <dgm:pt modelId="{E08F24C8-4BF2-439C-9AD5-F95C25088D43}" type="pres">
      <dgm:prSet presAssocID="{7B7F830A-5CBA-47A3-A253-724DA6DEB909}" presName="nodeFollowingNodes" presStyleLbl="node1" presStyleIdx="4" presStyleCnt="5">
        <dgm:presLayoutVars>
          <dgm:bulletEnabled val="1"/>
        </dgm:presLayoutVars>
      </dgm:prSet>
      <dgm:spPr/>
    </dgm:pt>
  </dgm:ptLst>
  <dgm:cxnLst>
    <dgm:cxn modelId="{EEE0B804-4F38-4397-9121-023BD1C6EA0F}" type="presOf" srcId="{C94DD0EB-0186-4A27-B739-00F71C65FBF8}" destId="{3F391AD9-7935-48AD-BE68-562D259B4212}" srcOrd="0" destOrd="0" presId="urn:microsoft.com/office/officeart/2005/8/layout/cycle3"/>
    <dgm:cxn modelId="{B61C910C-9876-4DEF-8797-16E8944FA9DD}" type="presOf" srcId="{E1FFE524-FA85-4B6C-A27C-983BA3AF3407}" destId="{6ECF4DC9-3ECB-4D02-9830-FA614BB99FEE}" srcOrd="0" destOrd="0" presId="urn:microsoft.com/office/officeart/2005/8/layout/cycle3"/>
    <dgm:cxn modelId="{ACBB4521-FC90-4BA1-A2F9-6821B97E0A7F}" srcId="{88582FD8-936E-4158-94A7-78EB1D31E39A}" destId="{BA35665F-E659-4B74-B3F2-AE5FC0A88803}" srcOrd="0" destOrd="0" parTransId="{890FB536-841A-423A-B2F4-80D9EE55D148}" sibTransId="{C94DD0EB-0186-4A27-B739-00F71C65FBF8}"/>
    <dgm:cxn modelId="{95E9D029-E861-471A-88A2-7F71B830211D}" type="presOf" srcId="{B9CCFE0D-6BA8-4B4E-94EE-1C1D50F482B6}" destId="{308D7BC6-53D8-4265-A0FD-2AE6874BE39C}" srcOrd="0" destOrd="0" presId="urn:microsoft.com/office/officeart/2005/8/layout/cycle3"/>
    <dgm:cxn modelId="{D0AEB02F-6F20-454B-B03F-1E0944D2D309}" srcId="{88582FD8-936E-4158-94A7-78EB1D31E39A}" destId="{7B7F830A-5CBA-47A3-A253-724DA6DEB909}" srcOrd="4" destOrd="0" parTransId="{1EAE3DCA-EA43-41E2-AD51-E0F63DA19998}" sibTransId="{2E12FCA8-3114-4AC1-AD36-00CA6FDE6BB8}"/>
    <dgm:cxn modelId="{EB553546-57FC-43DF-B0F9-331C6797691B}" type="presOf" srcId="{BA35665F-E659-4B74-B3F2-AE5FC0A88803}" destId="{5AF15EFC-0717-48AD-A27B-D88E8A89695A}" srcOrd="0" destOrd="0" presId="urn:microsoft.com/office/officeart/2005/8/layout/cycle3"/>
    <dgm:cxn modelId="{B73C367D-BE4C-460B-9F43-483F2674CDC6}" type="presOf" srcId="{88582FD8-936E-4158-94A7-78EB1D31E39A}" destId="{DFFC9244-3308-45D7-AC1B-A54204DC5C15}" srcOrd="0" destOrd="0" presId="urn:microsoft.com/office/officeart/2005/8/layout/cycle3"/>
    <dgm:cxn modelId="{519C428F-04B0-43C5-B31C-BB6BDEDC9EC4}" srcId="{88582FD8-936E-4158-94A7-78EB1D31E39A}" destId="{E1FFE524-FA85-4B6C-A27C-983BA3AF3407}" srcOrd="2" destOrd="0" parTransId="{731DDBED-01C1-46E5-A11F-FE7D7E3D4683}" sibTransId="{70981B20-2969-4279-B604-67723B23F1EF}"/>
    <dgm:cxn modelId="{F2AF2693-1784-4A88-B7BF-4FFD9468169A}" type="presOf" srcId="{452A9ED1-C4E3-49A2-9E6E-97808342EE79}" destId="{7EBCD5BC-E1FE-4AF9-90E0-AE0241818C97}" srcOrd="0" destOrd="0" presId="urn:microsoft.com/office/officeart/2005/8/layout/cycle3"/>
    <dgm:cxn modelId="{DEC860C7-3B15-40D1-A576-91297C04067E}" srcId="{88582FD8-936E-4158-94A7-78EB1D31E39A}" destId="{452A9ED1-C4E3-49A2-9E6E-97808342EE79}" srcOrd="1" destOrd="0" parTransId="{A9020B69-45BF-4C06-A92A-F621E300E4A7}" sibTransId="{68BD81DC-D087-4700-8896-875EDCC1F1A2}"/>
    <dgm:cxn modelId="{19553ED3-49A7-470F-91D2-BD51BBA2F48A}" type="presOf" srcId="{7B7F830A-5CBA-47A3-A253-724DA6DEB909}" destId="{E08F24C8-4BF2-439C-9AD5-F95C25088D43}" srcOrd="0" destOrd="0" presId="urn:microsoft.com/office/officeart/2005/8/layout/cycle3"/>
    <dgm:cxn modelId="{5BEE6AE3-80EE-43B4-B269-5027D2ED573E}" srcId="{88582FD8-936E-4158-94A7-78EB1D31E39A}" destId="{B9CCFE0D-6BA8-4B4E-94EE-1C1D50F482B6}" srcOrd="3" destOrd="0" parTransId="{B0F492CD-37EE-4E23-863C-0E689C653393}" sibTransId="{42360782-B80C-4B58-9799-69D307C8EF2C}"/>
    <dgm:cxn modelId="{C4DC6695-7806-4178-A7EA-7537D6672051}" type="presParOf" srcId="{DFFC9244-3308-45D7-AC1B-A54204DC5C15}" destId="{896C274F-58D5-40B1-9DD2-D17CB3EBED47}" srcOrd="0" destOrd="0" presId="urn:microsoft.com/office/officeart/2005/8/layout/cycle3"/>
    <dgm:cxn modelId="{91FF3C6B-00AE-4873-9417-35DBCFC8B581}" type="presParOf" srcId="{896C274F-58D5-40B1-9DD2-D17CB3EBED47}" destId="{5AF15EFC-0717-48AD-A27B-D88E8A89695A}" srcOrd="0" destOrd="0" presId="urn:microsoft.com/office/officeart/2005/8/layout/cycle3"/>
    <dgm:cxn modelId="{FF2C6896-4F90-4024-A00E-8360E9218A0D}" type="presParOf" srcId="{896C274F-58D5-40B1-9DD2-D17CB3EBED47}" destId="{3F391AD9-7935-48AD-BE68-562D259B4212}" srcOrd="1" destOrd="0" presId="urn:microsoft.com/office/officeart/2005/8/layout/cycle3"/>
    <dgm:cxn modelId="{F232DFA8-2353-4EAE-A85B-C360EC6E8A2F}" type="presParOf" srcId="{896C274F-58D5-40B1-9DD2-D17CB3EBED47}" destId="{7EBCD5BC-E1FE-4AF9-90E0-AE0241818C97}" srcOrd="2" destOrd="0" presId="urn:microsoft.com/office/officeart/2005/8/layout/cycle3"/>
    <dgm:cxn modelId="{9DCC65E7-27DC-4957-BE4C-72398DF16BAA}" type="presParOf" srcId="{896C274F-58D5-40B1-9DD2-D17CB3EBED47}" destId="{6ECF4DC9-3ECB-4D02-9830-FA614BB99FEE}" srcOrd="3" destOrd="0" presId="urn:microsoft.com/office/officeart/2005/8/layout/cycle3"/>
    <dgm:cxn modelId="{33596E93-0177-45A4-A434-2075B6888C90}" type="presParOf" srcId="{896C274F-58D5-40B1-9DD2-D17CB3EBED47}" destId="{308D7BC6-53D8-4265-A0FD-2AE6874BE39C}" srcOrd="4" destOrd="0" presId="urn:microsoft.com/office/officeart/2005/8/layout/cycle3"/>
    <dgm:cxn modelId="{C0ABF09E-8431-4D53-A139-7A41AF6C986E}" type="presParOf" srcId="{896C274F-58D5-40B1-9DD2-D17CB3EBED47}" destId="{E08F24C8-4BF2-439C-9AD5-F95C25088D43}" srcOrd="5" destOrd="0" presId="urn:microsoft.com/office/officeart/2005/8/layout/cycle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202F9F-25F2-4B77-8C9D-D3F5533CF142}">
      <dsp:nvSpPr>
        <dsp:cNvPr id="0" name=""/>
        <dsp:cNvSpPr/>
      </dsp:nvSpPr>
      <dsp:spPr>
        <a:xfrm>
          <a:off x="4909" y="918892"/>
          <a:ext cx="2146420" cy="1287852"/>
        </a:xfrm>
        <a:prstGeom prst="roundRect">
          <a:avLst>
            <a:gd name="adj" fmla="val 10000"/>
          </a:avLst>
        </a:prstGeom>
        <a:solidFill>
          <a:srgbClr val="ED7D31">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100000"/>
            </a:lnSpc>
            <a:spcBef>
              <a:spcPct val="0"/>
            </a:spcBef>
            <a:spcAft>
              <a:spcPct val="35000"/>
            </a:spcAft>
            <a:buNone/>
          </a:pPr>
          <a:r>
            <a:rPr lang="en-US" sz="2700" kern="1200">
              <a:solidFill>
                <a:sysClr val="window" lastClr="FFFFFF"/>
              </a:solidFill>
              <a:latin typeface="Calibri Light" panose="020F0302020204030204"/>
              <a:ea typeface="+mn-ea"/>
              <a:cs typeface="+mn-cs"/>
            </a:rPr>
            <a:t>Discovery</a:t>
          </a:r>
          <a:endParaRPr lang="en-US" sz="2700" kern="1200">
            <a:solidFill>
              <a:sysClr val="window" lastClr="FFFFFF"/>
            </a:solidFill>
            <a:latin typeface="Calibri" panose="020F0502020204030204"/>
            <a:ea typeface="+mn-ea"/>
            <a:cs typeface="+mn-cs"/>
          </a:endParaRPr>
        </a:p>
      </dsp:txBody>
      <dsp:txXfrm>
        <a:off x="42629" y="956612"/>
        <a:ext cx="2070980" cy="1212412"/>
      </dsp:txXfrm>
    </dsp:sp>
    <dsp:sp modelId="{7D23B1DD-3753-447A-822A-AB90862FE59B}">
      <dsp:nvSpPr>
        <dsp:cNvPr id="0" name=""/>
        <dsp:cNvSpPr/>
      </dsp:nvSpPr>
      <dsp:spPr>
        <a:xfrm>
          <a:off x="2365971" y="1296662"/>
          <a:ext cx="455041" cy="532312"/>
        </a:xfrm>
        <a:prstGeom prst="rightArrow">
          <a:avLst>
            <a:gd name="adj1" fmla="val 60000"/>
            <a:gd name="adj2" fmla="val 50000"/>
          </a:avLst>
        </a:prstGeom>
        <a:solidFill>
          <a:srgbClr val="ED7D31">
            <a:tint val="60000"/>
            <a:hueOff val="0"/>
            <a:satOff val="0"/>
            <a:lumOff val="0"/>
            <a:alphaOff val="0"/>
          </a:srgb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solidFill>
              <a:sysClr val="window" lastClr="FFFFFF"/>
            </a:solidFill>
            <a:latin typeface="Calibri" panose="020F0502020204030204"/>
            <a:ea typeface="+mn-ea"/>
            <a:cs typeface="+mn-cs"/>
          </a:endParaRPr>
        </a:p>
      </dsp:txBody>
      <dsp:txXfrm>
        <a:off x="2365971" y="1403124"/>
        <a:ext cx="318529" cy="319388"/>
      </dsp:txXfrm>
    </dsp:sp>
    <dsp:sp modelId="{F3208D1C-3D3D-4BA7-81E5-CBD91A2B89C9}">
      <dsp:nvSpPr>
        <dsp:cNvPr id="0" name=""/>
        <dsp:cNvSpPr/>
      </dsp:nvSpPr>
      <dsp:spPr>
        <a:xfrm>
          <a:off x="3009898" y="918892"/>
          <a:ext cx="2146420" cy="1287852"/>
        </a:xfrm>
        <a:prstGeom prst="roundRect">
          <a:avLst>
            <a:gd name="adj" fmla="val 10000"/>
          </a:avLst>
        </a:prstGeom>
        <a:solidFill>
          <a:srgbClr val="ED7D31">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100000"/>
            </a:lnSpc>
            <a:spcBef>
              <a:spcPct val="0"/>
            </a:spcBef>
            <a:spcAft>
              <a:spcPct val="35000"/>
            </a:spcAft>
            <a:buNone/>
          </a:pPr>
          <a:r>
            <a:rPr lang="en-US" sz="2700" kern="1200">
              <a:solidFill>
                <a:sysClr val="window" lastClr="FFFFFF"/>
              </a:solidFill>
              <a:latin typeface="Calibri Light" panose="020F0302020204030204"/>
              <a:ea typeface="+mn-ea"/>
              <a:cs typeface="+mn-cs"/>
            </a:rPr>
            <a:t>Definition</a:t>
          </a:r>
          <a:endParaRPr lang="en-US" sz="2700" kern="1200">
            <a:solidFill>
              <a:sysClr val="window" lastClr="FFFFFF"/>
            </a:solidFill>
            <a:latin typeface="Calibri" panose="020F0502020204030204"/>
            <a:ea typeface="+mn-ea"/>
            <a:cs typeface="+mn-cs"/>
          </a:endParaRPr>
        </a:p>
      </dsp:txBody>
      <dsp:txXfrm>
        <a:off x="3047618" y="956612"/>
        <a:ext cx="2070980" cy="1212412"/>
      </dsp:txXfrm>
    </dsp:sp>
    <dsp:sp modelId="{C8DF65A4-B05F-43E6-8CE3-93C24E2FE8EF}">
      <dsp:nvSpPr>
        <dsp:cNvPr id="0" name=""/>
        <dsp:cNvSpPr/>
      </dsp:nvSpPr>
      <dsp:spPr>
        <a:xfrm>
          <a:off x="5370960" y="1296662"/>
          <a:ext cx="455041" cy="532312"/>
        </a:xfrm>
        <a:prstGeom prst="rightArrow">
          <a:avLst>
            <a:gd name="adj1" fmla="val 60000"/>
            <a:gd name="adj2" fmla="val 50000"/>
          </a:avLst>
        </a:prstGeom>
        <a:solidFill>
          <a:srgbClr val="ED7D31">
            <a:tint val="60000"/>
            <a:hueOff val="0"/>
            <a:satOff val="0"/>
            <a:lumOff val="0"/>
            <a:alphaOff val="0"/>
          </a:srgb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solidFill>
              <a:sysClr val="window" lastClr="FFFFFF"/>
            </a:solidFill>
            <a:latin typeface="Calibri" panose="020F0502020204030204"/>
            <a:ea typeface="+mn-ea"/>
            <a:cs typeface="+mn-cs"/>
          </a:endParaRPr>
        </a:p>
      </dsp:txBody>
      <dsp:txXfrm>
        <a:off x="5370960" y="1403124"/>
        <a:ext cx="318529" cy="319388"/>
      </dsp:txXfrm>
    </dsp:sp>
    <dsp:sp modelId="{C58EBAE5-ED3A-466B-9999-321359CCAB24}">
      <dsp:nvSpPr>
        <dsp:cNvPr id="0" name=""/>
        <dsp:cNvSpPr/>
      </dsp:nvSpPr>
      <dsp:spPr>
        <a:xfrm>
          <a:off x="6014887" y="918892"/>
          <a:ext cx="2146420" cy="1287852"/>
        </a:xfrm>
        <a:prstGeom prst="roundRect">
          <a:avLst>
            <a:gd name="adj" fmla="val 10000"/>
          </a:avLst>
        </a:prstGeom>
        <a:solidFill>
          <a:srgbClr val="ED7D31">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100000"/>
            </a:lnSpc>
            <a:spcBef>
              <a:spcPct val="0"/>
            </a:spcBef>
            <a:spcAft>
              <a:spcPct val="35000"/>
            </a:spcAft>
            <a:buNone/>
          </a:pPr>
          <a:r>
            <a:rPr lang="en-US" sz="2700" kern="1200">
              <a:solidFill>
                <a:sysClr val="window" lastClr="FFFFFF"/>
              </a:solidFill>
              <a:latin typeface="Calibri Light" panose="020F0302020204030204"/>
              <a:ea typeface="+mn-ea"/>
              <a:cs typeface="+mn-cs"/>
            </a:rPr>
            <a:t>Design</a:t>
          </a:r>
          <a:endParaRPr lang="en-US" sz="2700" kern="1200">
            <a:solidFill>
              <a:sysClr val="window" lastClr="FFFFFF"/>
            </a:solidFill>
            <a:latin typeface="Calibri" panose="020F0502020204030204"/>
            <a:ea typeface="+mn-ea"/>
            <a:cs typeface="+mn-cs"/>
          </a:endParaRPr>
        </a:p>
      </dsp:txBody>
      <dsp:txXfrm>
        <a:off x="6052607" y="956612"/>
        <a:ext cx="2070980" cy="1212412"/>
      </dsp:txXfrm>
    </dsp:sp>
    <dsp:sp modelId="{DDAD844F-8C64-4659-A960-4EB8C2F4434D}">
      <dsp:nvSpPr>
        <dsp:cNvPr id="0" name=""/>
        <dsp:cNvSpPr/>
      </dsp:nvSpPr>
      <dsp:spPr>
        <a:xfrm>
          <a:off x="8375949" y="1296662"/>
          <a:ext cx="455041" cy="532312"/>
        </a:xfrm>
        <a:prstGeom prst="rightArrow">
          <a:avLst>
            <a:gd name="adj1" fmla="val 60000"/>
            <a:gd name="adj2" fmla="val 50000"/>
          </a:avLst>
        </a:prstGeom>
        <a:solidFill>
          <a:srgbClr val="ED7D31">
            <a:tint val="60000"/>
            <a:hueOff val="0"/>
            <a:satOff val="0"/>
            <a:lumOff val="0"/>
            <a:alphaOff val="0"/>
          </a:srgb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solidFill>
              <a:sysClr val="window" lastClr="FFFFFF"/>
            </a:solidFill>
            <a:latin typeface="Calibri" panose="020F0502020204030204"/>
            <a:ea typeface="+mn-ea"/>
            <a:cs typeface="+mn-cs"/>
          </a:endParaRPr>
        </a:p>
      </dsp:txBody>
      <dsp:txXfrm>
        <a:off x="8375949" y="1403124"/>
        <a:ext cx="318529" cy="319388"/>
      </dsp:txXfrm>
    </dsp:sp>
    <dsp:sp modelId="{5E9221C2-794E-4672-BBD7-D993E4C25858}">
      <dsp:nvSpPr>
        <dsp:cNvPr id="0" name=""/>
        <dsp:cNvSpPr/>
      </dsp:nvSpPr>
      <dsp:spPr>
        <a:xfrm>
          <a:off x="9019876" y="918892"/>
          <a:ext cx="2146420" cy="1287852"/>
        </a:xfrm>
        <a:prstGeom prst="roundRect">
          <a:avLst>
            <a:gd name="adj" fmla="val 10000"/>
          </a:avLst>
        </a:prstGeom>
        <a:solidFill>
          <a:srgbClr val="ED7D31">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100000"/>
            </a:lnSpc>
            <a:spcBef>
              <a:spcPct val="0"/>
            </a:spcBef>
            <a:spcAft>
              <a:spcPct val="35000"/>
            </a:spcAft>
            <a:buNone/>
          </a:pPr>
          <a:r>
            <a:rPr lang="en-US" sz="2700" kern="1200">
              <a:solidFill>
                <a:sysClr val="window" lastClr="FFFFFF"/>
              </a:solidFill>
              <a:latin typeface="Calibri Light" panose="020F0302020204030204"/>
              <a:ea typeface="+mn-ea"/>
              <a:cs typeface="+mn-cs"/>
            </a:rPr>
            <a:t>Development</a:t>
          </a:r>
        </a:p>
      </dsp:txBody>
      <dsp:txXfrm>
        <a:off x="9057596" y="956612"/>
        <a:ext cx="2070980" cy="12124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202F9F-25F2-4B77-8C9D-D3F5533CF142}">
      <dsp:nvSpPr>
        <dsp:cNvPr id="0" name=""/>
        <dsp:cNvSpPr/>
      </dsp:nvSpPr>
      <dsp:spPr>
        <a:xfrm>
          <a:off x="4909" y="918892"/>
          <a:ext cx="2146420" cy="1287852"/>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latin typeface="Calibri Light" panose="020F0302020204030204"/>
            </a:rPr>
            <a:t>Discovery</a:t>
          </a:r>
          <a:endParaRPr lang="en-US" sz="2700" kern="1200"/>
        </a:p>
      </dsp:txBody>
      <dsp:txXfrm>
        <a:off x="42629" y="956612"/>
        <a:ext cx="2070980" cy="1212412"/>
      </dsp:txXfrm>
    </dsp:sp>
    <dsp:sp modelId="{7D23B1DD-3753-447A-822A-AB90862FE59B}">
      <dsp:nvSpPr>
        <dsp:cNvPr id="0" name=""/>
        <dsp:cNvSpPr/>
      </dsp:nvSpPr>
      <dsp:spPr>
        <a:xfrm>
          <a:off x="2365971" y="1296662"/>
          <a:ext cx="455041" cy="532312"/>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2365971" y="1403124"/>
        <a:ext cx="318529" cy="319388"/>
      </dsp:txXfrm>
    </dsp:sp>
    <dsp:sp modelId="{F3208D1C-3D3D-4BA7-81E5-CBD91A2B89C9}">
      <dsp:nvSpPr>
        <dsp:cNvPr id="0" name=""/>
        <dsp:cNvSpPr/>
      </dsp:nvSpPr>
      <dsp:spPr>
        <a:xfrm>
          <a:off x="3009898" y="918892"/>
          <a:ext cx="2146420" cy="1287852"/>
        </a:xfrm>
        <a:prstGeom prst="roundRect">
          <a:avLst>
            <a:gd name="adj" fmla="val 10000"/>
          </a:avLst>
        </a:prstGeom>
        <a:solidFill>
          <a:schemeClr val="accent2">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latin typeface="Calibri Light" panose="020F0302020204030204"/>
            </a:rPr>
            <a:t>Definition</a:t>
          </a:r>
          <a:endParaRPr lang="en-US" sz="2700" kern="1200"/>
        </a:p>
      </dsp:txBody>
      <dsp:txXfrm>
        <a:off x="3047618" y="956612"/>
        <a:ext cx="2070980" cy="1212412"/>
      </dsp:txXfrm>
    </dsp:sp>
    <dsp:sp modelId="{C8DF65A4-B05F-43E6-8CE3-93C24E2FE8EF}">
      <dsp:nvSpPr>
        <dsp:cNvPr id="0" name=""/>
        <dsp:cNvSpPr/>
      </dsp:nvSpPr>
      <dsp:spPr>
        <a:xfrm>
          <a:off x="5370960" y="1296662"/>
          <a:ext cx="455041" cy="532312"/>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5370960" y="1403124"/>
        <a:ext cx="318529" cy="319388"/>
      </dsp:txXfrm>
    </dsp:sp>
    <dsp:sp modelId="{C58EBAE5-ED3A-466B-9999-321359CCAB24}">
      <dsp:nvSpPr>
        <dsp:cNvPr id="0" name=""/>
        <dsp:cNvSpPr/>
      </dsp:nvSpPr>
      <dsp:spPr>
        <a:xfrm>
          <a:off x="6014887" y="918892"/>
          <a:ext cx="2146420" cy="1287852"/>
        </a:xfrm>
        <a:prstGeom prst="roundRect">
          <a:avLst>
            <a:gd name="adj" fmla="val 10000"/>
          </a:avLst>
        </a:prstGeom>
        <a:solidFill>
          <a:schemeClr val="accent2">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latin typeface="Calibri Light" panose="020F0302020204030204"/>
            </a:rPr>
            <a:t>Design</a:t>
          </a:r>
          <a:endParaRPr lang="en-US" sz="2700" kern="1200"/>
        </a:p>
      </dsp:txBody>
      <dsp:txXfrm>
        <a:off x="6052607" y="956612"/>
        <a:ext cx="2070980" cy="1212412"/>
      </dsp:txXfrm>
    </dsp:sp>
    <dsp:sp modelId="{DDAD844F-8C64-4659-A960-4EB8C2F4434D}">
      <dsp:nvSpPr>
        <dsp:cNvPr id="0" name=""/>
        <dsp:cNvSpPr/>
      </dsp:nvSpPr>
      <dsp:spPr>
        <a:xfrm>
          <a:off x="8375949" y="1296662"/>
          <a:ext cx="455041" cy="532312"/>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8375949" y="1403124"/>
        <a:ext cx="318529" cy="319388"/>
      </dsp:txXfrm>
    </dsp:sp>
    <dsp:sp modelId="{5E9221C2-794E-4672-BBD7-D993E4C25858}">
      <dsp:nvSpPr>
        <dsp:cNvPr id="0" name=""/>
        <dsp:cNvSpPr/>
      </dsp:nvSpPr>
      <dsp:spPr>
        <a:xfrm>
          <a:off x="9019876" y="918892"/>
          <a:ext cx="2146420" cy="1287852"/>
        </a:xfrm>
        <a:prstGeom prst="roundRect">
          <a:avLst>
            <a:gd name="adj" fmla="val 10000"/>
          </a:avLst>
        </a:prstGeom>
        <a:solidFill>
          <a:schemeClr val="accent2">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latin typeface="Calibri Light" panose="020F0302020204030204"/>
            </a:rPr>
            <a:t>Development</a:t>
          </a:r>
        </a:p>
      </dsp:txBody>
      <dsp:txXfrm>
        <a:off x="9057596" y="956612"/>
        <a:ext cx="2070980" cy="121241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202F9F-25F2-4B77-8C9D-D3F5533CF142}">
      <dsp:nvSpPr>
        <dsp:cNvPr id="0" name=""/>
        <dsp:cNvSpPr/>
      </dsp:nvSpPr>
      <dsp:spPr>
        <a:xfrm>
          <a:off x="4909" y="918892"/>
          <a:ext cx="2146420" cy="1287852"/>
        </a:xfrm>
        <a:prstGeom prst="roundRect">
          <a:avLst>
            <a:gd name="adj" fmla="val 10000"/>
          </a:avLst>
        </a:prstGeom>
        <a:solidFill>
          <a:srgbClr val="FBE5D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latin typeface="Calibri Light" panose="020F0302020204030204"/>
            </a:rPr>
            <a:t>Discovery</a:t>
          </a:r>
          <a:endParaRPr lang="en-US" sz="2700" kern="1200"/>
        </a:p>
      </dsp:txBody>
      <dsp:txXfrm>
        <a:off x="42629" y="956612"/>
        <a:ext cx="2070980" cy="1212412"/>
      </dsp:txXfrm>
    </dsp:sp>
    <dsp:sp modelId="{7D23B1DD-3753-447A-822A-AB90862FE59B}">
      <dsp:nvSpPr>
        <dsp:cNvPr id="0" name=""/>
        <dsp:cNvSpPr/>
      </dsp:nvSpPr>
      <dsp:spPr>
        <a:xfrm>
          <a:off x="2365971" y="1296662"/>
          <a:ext cx="455041" cy="532312"/>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2365971" y="1403124"/>
        <a:ext cx="318529" cy="319388"/>
      </dsp:txXfrm>
    </dsp:sp>
    <dsp:sp modelId="{F3208D1C-3D3D-4BA7-81E5-CBD91A2B89C9}">
      <dsp:nvSpPr>
        <dsp:cNvPr id="0" name=""/>
        <dsp:cNvSpPr/>
      </dsp:nvSpPr>
      <dsp:spPr>
        <a:xfrm>
          <a:off x="3009898" y="918892"/>
          <a:ext cx="2146420" cy="1287852"/>
        </a:xfrm>
        <a:prstGeom prst="roundRect">
          <a:avLst>
            <a:gd name="adj" fmla="val 10000"/>
          </a:avLst>
        </a:prstGeom>
        <a:solidFill>
          <a:srgbClr val="ED7D3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latin typeface="Calibri Light" panose="020F0302020204030204"/>
            </a:rPr>
            <a:t>Definition</a:t>
          </a:r>
          <a:endParaRPr lang="en-US" sz="2700" kern="1200"/>
        </a:p>
      </dsp:txBody>
      <dsp:txXfrm>
        <a:off x="3047618" y="956612"/>
        <a:ext cx="2070980" cy="1212412"/>
      </dsp:txXfrm>
    </dsp:sp>
    <dsp:sp modelId="{C8DF65A4-B05F-43E6-8CE3-93C24E2FE8EF}">
      <dsp:nvSpPr>
        <dsp:cNvPr id="0" name=""/>
        <dsp:cNvSpPr/>
      </dsp:nvSpPr>
      <dsp:spPr>
        <a:xfrm>
          <a:off x="5370960" y="1296662"/>
          <a:ext cx="455041" cy="532312"/>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5370960" y="1403124"/>
        <a:ext cx="318529" cy="319388"/>
      </dsp:txXfrm>
    </dsp:sp>
    <dsp:sp modelId="{C58EBAE5-ED3A-466B-9999-321359CCAB24}">
      <dsp:nvSpPr>
        <dsp:cNvPr id="0" name=""/>
        <dsp:cNvSpPr/>
      </dsp:nvSpPr>
      <dsp:spPr>
        <a:xfrm>
          <a:off x="6014887" y="918892"/>
          <a:ext cx="2146420" cy="1287852"/>
        </a:xfrm>
        <a:prstGeom prst="roundRect">
          <a:avLst>
            <a:gd name="adj" fmla="val 10000"/>
          </a:avLst>
        </a:prstGeom>
        <a:solidFill>
          <a:schemeClr val="accent2">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latin typeface="Calibri Light" panose="020F0302020204030204"/>
            </a:rPr>
            <a:t>Design</a:t>
          </a:r>
          <a:endParaRPr lang="en-US" sz="2700" kern="1200"/>
        </a:p>
      </dsp:txBody>
      <dsp:txXfrm>
        <a:off x="6052607" y="956612"/>
        <a:ext cx="2070980" cy="1212412"/>
      </dsp:txXfrm>
    </dsp:sp>
    <dsp:sp modelId="{DDAD844F-8C64-4659-A960-4EB8C2F4434D}">
      <dsp:nvSpPr>
        <dsp:cNvPr id="0" name=""/>
        <dsp:cNvSpPr/>
      </dsp:nvSpPr>
      <dsp:spPr>
        <a:xfrm>
          <a:off x="8375949" y="1296662"/>
          <a:ext cx="455041" cy="532312"/>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8375949" y="1403124"/>
        <a:ext cx="318529" cy="319388"/>
      </dsp:txXfrm>
    </dsp:sp>
    <dsp:sp modelId="{5E9221C2-794E-4672-BBD7-D993E4C25858}">
      <dsp:nvSpPr>
        <dsp:cNvPr id="0" name=""/>
        <dsp:cNvSpPr/>
      </dsp:nvSpPr>
      <dsp:spPr>
        <a:xfrm>
          <a:off x="9019876" y="918892"/>
          <a:ext cx="2146420" cy="1287852"/>
        </a:xfrm>
        <a:prstGeom prst="roundRect">
          <a:avLst>
            <a:gd name="adj" fmla="val 10000"/>
          </a:avLst>
        </a:prstGeom>
        <a:solidFill>
          <a:schemeClr val="accent2">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latin typeface="Calibri Light" panose="020F0302020204030204"/>
            </a:rPr>
            <a:t>Development</a:t>
          </a:r>
        </a:p>
      </dsp:txBody>
      <dsp:txXfrm>
        <a:off x="9057596" y="956612"/>
        <a:ext cx="2070980" cy="121241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202F9F-25F2-4B77-8C9D-D3F5533CF142}">
      <dsp:nvSpPr>
        <dsp:cNvPr id="0" name=""/>
        <dsp:cNvSpPr/>
      </dsp:nvSpPr>
      <dsp:spPr>
        <a:xfrm>
          <a:off x="4909" y="918892"/>
          <a:ext cx="2146420" cy="1287852"/>
        </a:xfrm>
        <a:prstGeom prst="roundRect">
          <a:avLst>
            <a:gd name="adj" fmla="val 10000"/>
          </a:avLst>
        </a:prstGeom>
        <a:solidFill>
          <a:srgbClr val="FBE5D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latin typeface="Calibri Light" panose="020F0302020204030204"/>
            </a:rPr>
            <a:t>Discovery</a:t>
          </a:r>
          <a:endParaRPr lang="en-US" sz="2700" kern="1200"/>
        </a:p>
      </dsp:txBody>
      <dsp:txXfrm>
        <a:off x="42629" y="956612"/>
        <a:ext cx="2070980" cy="1212412"/>
      </dsp:txXfrm>
    </dsp:sp>
    <dsp:sp modelId="{7D23B1DD-3753-447A-822A-AB90862FE59B}">
      <dsp:nvSpPr>
        <dsp:cNvPr id="0" name=""/>
        <dsp:cNvSpPr/>
      </dsp:nvSpPr>
      <dsp:spPr>
        <a:xfrm>
          <a:off x="2365971" y="1296662"/>
          <a:ext cx="455041" cy="532312"/>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2365971" y="1403124"/>
        <a:ext cx="318529" cy="319388"/>
      </dsp:txXfrm>
    </dsp:sp>
    <dsp:sp modelId="{F3208D1C-3D3D-4BA7-81E5-CBD91A2B89C9}">
      <dsp:nvSpPr>
        <dsp:cNvPr id="0" name=""/>
        <dsp:cNvSpPr/>
      </dsp:nvSpPr>
      <dsp:spPr>
        <a:xfrm>
          <a:off x="3009898" y="918892"/>
          <a:ext cx="2146420" cy="1287852"/>
        </a:xfrm>
        <a:prstGeom prst="roundRect">
          <a:avLst>
            <a:gd name="adj" fmla="val 10000"/>
          </a:avLst>
        </a:prstGeom>
        <a:solidFill>
          <a:schemeClr val="accent2">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latin typeface="Calibri Light" panose="020F0302020204030204"/>
            </a:rPr>
            <a:t>Definition</a:t>
          </a:r>
          <a:endParaRPr lang="en-US" sz="2700" kern="1200"/>
        </a:p>
      </dsp:txBody>
      <dsp:txXfrm>
        <a:off x="3047618" y="956612"/>
        <a:ext cx="2070980" cy="1212412"/>
      </dsp:txXfrm>
    </dsp:sp>
    <dsp:sp modelId="{C8DF65A4-B05F-43E6-8CE3-93C24E2FE8EF}">
      <dsp:nvSpPr>
        <dsp:cNvPr id="0" name=""/>
        <dsp:cNvSpPr/>
      </dsp:nvSpPr>
      <dsp:spPr>
        <a:xfrm>
          <a:off x="5370960" y="1296662"/>
          <a:ext cx="455041" cy="532312"/>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5370960" y="1403124"/>
        <a:ext cx="318529" cy="319388"/>
      </dsp:txXfrm>
    </dsp:sp>
    <dsp:sp modelId="{C58EBAE5-ED3A-466B-9999-321359CCAB24}">
      <dsp:nvSpPr>
        <dsp:cNvPr id="0" name=""/>
        <dsp:cNvSpPr/>
      </dsp:nvSpPr>
      <dsp:spPr>
        <a:xfrm>
          <a:off x="6014887" y="918892"/>
          <a:ext cx="2146420" cy="1287852"/>
        </a:xfrm>
        <a:prstGeom prst="roundRect">
          <a:avLst>
            <a:gd name="adj" fmla="val 10000"/>
          </a:avLst>
        </a:prstGeom>
        <a:solidFill>
          <a:srgbClr val="ED7D3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latin typeface="Calibri Light" panose="020F0302020204030204"/>
            </a:rPr>
            <a:t>Design</a:t>
          </a:r>
          <a:endParaRPr lang="en-US" sz="2700" kern="1200"/>
        </a:p>
      </dsp:txBody>
      <dsp:txXfrm>
        <a:off x="6052607" y="956612"/>
        <a:ext cx="2070980" cy="1212412"/>
      </dsp:txXfrm>
    </dsp:sp>
    <dsp:sp modelId="{DDAD844F-8C64-4659-A960-4EB8C2F4434D}">
      <dsp:nvSpPr>
        <dsp:cNvPr id="0" name=""/>
        <dsp:cNvSpPr/>
      </dsp:nvSpPr>
      <dsp:spPr>
        <a:xfrm>
          <a:off x="8375949" y="1296662"/>
          <a:ext cx="455041" cy="532312"/>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8375949" y="1403124"/>
        <a:ext cx="318529" cy="319388"/>
      </dsp:txXfrm>
    </dsp:sp>
    <dsp:sp modelId="{5E9221C2-794E-4672-BBD7-D993E4C25858}">
      <dsp:nvSpPr>
        <dsp:cNvPr id="0" name=""/>
        <dsp:cNvSpPr/>
      </dsp:nvSpPr>
      <dsp:spPr>
        <a:xfrm>
          <a:off x="9019876" y="918892"/>
          <a:ext cx="2146420" cy="1287852"/>
        </a:xfrm>
        <a:prstGeom prst="roundRect">
          <a:avLst>
            <a:gd name="adj" fmla="val 10000"/>
          </a:avLst>
        </a:prstGeom>
        <a:solidFill>
          <a:schemeClr val="accent2">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latin typeface="Calibri Light" panose="020F0302020204030204"/>
            </a:rPr>
            <a:t>Development</a:t>
          </a:r>
        </a:p>
      </dsp:txBody>
      <dsp:txXfrm>
        <a:off x="9057596" y="956612"/>
        <a:ext cx="2070980" cy="121241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202F9F-25F2-4B77-8C9D-D3F5533CF142}">
      <dsp:nvSpPr>
        <dsp:cNvPr id="0" name=""/>
        <dsp:cNvSpPr/>
      </dsp:nvSpPr>
      <dsp:spPr>
        <a:xfrm>
          <a:off x="4909" y="918892"/>
          <a:ext cx="2146420" cy="1287852"/>
        </a:xfrm>
        <a:prstGeom prst="roundRect">
          <a:avLst>
            <a:gd name="adj" fmla="val 10000"/>
          </a:avLst>
        </a:prstGeom>
        <a:solidFill>
          <a:srgbClr val="FBE5D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latin typeface="Calibri Light" panose="020F0302020204030204"/>
            </a:rPr>
            <a:t>Discovery</a:t>
          </a:r>
          <a:endParaRPr lang="en-US" sz="2700" kern="1200"/>
        </a:p>
      </dsp:txBody>
      <dsp:txXfrm>
        <a:off x="42629" y="956612"/>
        <a:ext cx="2070980" cy="1212412"/>
      </dsp:txXfrm>
    </dsp:sp>
    <dsp:sp modelId="{7D23B1DD-3753-447A-822A-AB90862FE59B}">
      <dsp:nvSpPr>
        <dsp:cNvPr id="0" name=""/>
        <dsp:cNvSpPr/>
      </dsp:nvSpPr>
      <dsp:spPr>
        <a:xfrm>
          <a:off x="2365971" y="1296662"/>
          <a:ext cx="455041" cy="532312"/>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2365971" y="1403124"/>
        <a:ext cx="318529" cy="319388"/>
      </dsp:txXfrm>
    </dsp:sp>
    <dsp:sp modelId="{F3208D1C-3D3D-4BA7-81E5-CBD91A2B89C9}">
      <dsp:nvSpPr>
        <dsp:cNvPr id="0" name=""/>
        <dsp:cNvSpPr/>
      </dsp:nvSpPr>
      <dsp:spPr>
        <a:xfrm>
          <a:off x="3009898" y="918892"/>
          <a:ext cx="2146420" cy="1287852"/>
        </a:xfrm>
        <a:prstGeom prst="roundRect">
          <a:avLst>
            <a:gd name="adj" fmla="val 10000"/>
          </a:avLst>
        </a:prstGeom>
        <a:solidFill>
          <a:schemeClr val="accent2">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latin typeface="Calibri Light" panose="020F0302020204030204"/>
            </a:rPr>
            <a:t>Definition</a:t>
          </a:r>
          <a:endParaRPr lang="en-US" sz="2700" kern="1200"/>
        </a:p>
      </dsp:txBody>
      <dsp:txXfrm>
        <a:off x="3047618" y="956612"/>
        <a:ext cx="2070980" cy="1212412"/>
      </dsp:txXfrm>
    </dsp:sp>
    <dsp:sp modelId="{C8DF65A4-B05F-43E6-8CE3-93C24E2FE8EF}">
      <dsp:nvSpPr>
        <dsp:cNvPr id="0" name=""/>
        <dsp:cNvSpPr/>
      </dsp:nvSpPr>
      <dsp:spPr>
        <a:xfrm>
          <a:off x="5370960" y="1296662"/>
          <a:ext cx="455041" cy="532312"/>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5370960" y="1403124"/>
        <a:ext cx="318529" cy="319388"/>
      </dsp:txXfrm>
    </dsp:sp>
    <dsp:sp modelId="{C58EBAE5-ED3A-466B-9999-321359CCAB24}">
      <dsp:nvSpPr>
        <dsp:cNvPr id="0" name=""/>
        <dsp:cNvSpPr/>
      </dsp:nvSpPr>
      <dsp:spPr>
        <a:xfrm>
          <a:off x="6014887" y="918892"/>
          <a:ext cx="2146420" cy="1287852"/>
        </a:xfrm>
        <a:prstGeom prst="roundRect">
          <a:avLst>
            <a:gd name="adj" fmla="val 10000"/>
          </a:avLst>
        </a:prstGeom>
        <a:solidFill>
          <a:schemeClr val="accent2">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latin typeface="Calibri Light" panose="020F0302020204030204"/>
            </a:rPr>
            <a:t>Design</a:t>
          </a:r>
          <a:endParaRPr lang="en-US" sz="2700" kern="1200"/>
        </a:p>
      </dsp:txBody>
      <dsp:txXfrm>
        <a:off x="6052607" y="956612"/>
        <a:ext cx="2070980" cy="1212412"/>
      </dsp:txXfrm>
    </dsp:sp>
    <dsp:sp modelId="{DDAD844F-8C64-4659-A960-4EB8C2F4434D}">
      <dsp:nvSpPr>
        <dsp:cNvPr id="0" name=""/>
        <dsp:cNvSpPr/>
      </dsp:nvSpPr>
      <dsp:spPr>
        <a:xfrm>
          <a:off x="8375949" y="1296662"/>
          <a:ext cx="455041" cy="532312"/>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8375949" y="1403124"/>
        <a:ext cx="318529" cy="319388"/>
      </dsp:txXfrm>
    </dsp:sp>
    <dsp:sp modelId="{5E9221C2-794E-4672-BBD7-D993E4C25858}">
      <dsp:nvSpPr>
        <dsp:cNvPr id="0" name=""/>
        <dsp:cNvSpPr/>
      </dsp:nvSpPr>
      <dsp:spPr>
        <a:xfrm>
          <a:off x="9019876" y="918892"/>
          <a:ext cx="2146420" cy="1287852"/>
        </a:xfrm>
        <a:prstGeom prst="roundRect">
          <a:avLst>
            <a:gd name="adj" fmla="val 10000"/>
          </a:avLst>
        </a:prstGeom>
        <a:solidFill>
          <a:srgbClr val="ED7D3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a:latin typeface="Calibri Light" panose="020F0302020204030204"/>
            </a:rPr>
            <a:t>Development</a:t>
          </a:r>
        </a:p>
      </dsp:txBody>
      <dsp:txXfrm>
        <a:off x="9057596" y="956612"/>
        <a:ext cx="2070980" cy="121241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202F9F-25F2-4B77-8C9D-D3F5533CF142}">
      <dsp:nvSpPr>
        <dsp:cNvPr id="0" name=""/>
        <dsp:cNvSpPr/>
      </dsp:nvSpPr>
      <dsp:spPr>
        <a:xfrm>
          <a:off x="4909" y="918892"/>
          <a:ext cx="2146420" cy="1287852"/>
        </a:xfrm>
        <a:prstGeom prst="roundRect">
          <a:avLst>
            <a:gd name="adj" fmla="val 10000"/>
          </a:avLst>
        </a:prstGeom>
        <a:solidFill>
          <a:srgbClr val="ED7D31">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100000"/>
            </a:lnSpc>
            <a:spcBef>
              <a:spcPct val="0"/>
            </a:spcBef>
            <a:spcAft>
              <a:spcPct val="35000"/>
            </a:spcAft>
            <a:buNone/>
          </a:pPr>
          <a:r>
            <a:rPr lang="en-US" sz="2700" kern="1200">
              <a:solidFill>
                <a:sysClr val="window" lastClr="FFFFFF"/>
              </a:solidFill>
              <a:latin typeface="Calibri Light" panose="020F0302020204030204"/>
              <a:ea typeface="+mn-ea"/>
              <a:cs typeface="+mn-cs"/>
            </a:rPr>
            <a:t>Discovery</a:t>
          </a:r>
          <a:endParaRPr lang="en-US" sz="2700" kern="1200">
            <a:solidFill>
              <a:sysClr val="window" lastClr="FFFFFF"/>
            </a:solidFill>
            <a:latin typeface="Calibri" panose="020F0502020204030204"/>
            <a:ea typeface="+mn-ea"/>
            <a:cs typeface="+mn-cs"/>
          </a:endParaRPr>
        </a:p>
      </dsp:txBody>
      <dsp:txXfrm>
        <a:off x="42629" y="956612"/>
        <a:ext cx="2070980" cy="1212412"/>
      </dsp:txXfrm>
    </dsp:sp>
    <dsp:sp modelId="{7D23B1DD-3753-447A-822A-AB90862FE59B}">
      <dsp:nvSpPr>
        <dsp:cNvPr id="0" name=""/>
        <dsp:cNvSpPr/>
      </dsp:nvSpPr>
      <dsp:spPr>
        <a:xfrm>
          <a:off x="2365971" y="1296662"/>
          <a:ext cx="455041" cy="532312"/>
        </a:xfrm>
        <a:prstGeom prst="rightArrow">
          <a:avLst>
            <a:gd name="adj1" fmla="val 60000"/>
            <a:gd name="adj2" fmla="val 50000"/>
          </a:avLst>
        </a:prstGeom>
        <a:solidFill>
          <a:srgbClr val="ED7D31">
            <a:tint val="60000"/>
            <a:hueOff val="0"/>
            <a:satOff val="0"/>
            <a:lumOff val="0"/>
            <a:alphaOff val="0"/>
          </a:srgb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solidFill>
              <a:sysClr val="window" lastClr="FFFFFF"/>
            </a:solidFill>
            <a:latin typeface="Calibri" panose="020F0502020204030204"/>
            <a:ea typeface="+mn-ea"/>
            <a:cs typeface="+mn-cs"/>
          </a:endParaRPr>
        </a:p>
      </dsp:txBody>
      <dsp:txXfrm>
        <a:off x="2365971" y="1403124"/>
        <a:ext cx="318529" cy="319388"/>
      </dsp:txXfrm>
    </dsp:sp>
    <dsp:sp modelId="{F3208D1C-3D3D-4BA7-81E5-CBD91A2B89C9}">
      <dsp:nvSpPr>
        <dsp:cNvPr id="0" name=""/>
        <dsp:cNvSpPr/>
      </dsp:nvSpPr>
      <dsp:spPr>
        <a:xfrm>
          <a:off x="3009898" y="918892"/>
          <a:ext cx="2146420" cy="1287852"/>
        </a:xfrm>
        <a:prstGeom prst="roundRect">
          <a:avLst>
            <a:gd name="adj" fmla="val 10000"/>
          </a:avLst>
        </a:prstGeom>
        <a:solidFill>
          <a:srgbClr val="ED7D31">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100000"/>
            </a:lnSpc>
            <a:spcBef>
              <a:spcPct val="0"/>
            </a:spcBef>
            <a:spcAft>
              <a:spcPct val="35000"/>
            </a:spcAft>
            <a:buNone/>
          </a:pPr>
          <a:r>
            <a:rPr lang="en-US" sz="2700" kern="1200">
              <a:solidFill>
                <a:sysClr val="window" lastClr="FFFFFF"/>
              </a:solidFill>
              <a:latin typeface="Calibri Light" panose="020F0302020204030204"/>
              <a:ea typeface="+mn-ea"/>
              <a:cs typeface="+mn-cs"/>
            </a:rPr>
            <a:t>Definition</a:t>
          </a:r>
          <a:endParaRPr lang="en-US" sz="2700" kern="1200">
            <a:solidFill>
              <a:sysClr val="window" lastClr="FFFFFF"/>
            </a:solidFill>
            <a:latin typeface="Calibri" panose="020F0502020204030204"/>
            <a:ea typeface="+mn-ea"/>
            <a:cs typeface="+mn-cs"/>
          </a:endParaRPr>
        </a:p>
      </dsp:txBody>
      <dsp:txXfrm>
        <a:off x="3047618" y="956612"/>
        <a:ext cx="2070980" cy="1212412"/>
      </dsp:txXfrm>
    </dsp:sp>
    <dsp:sp modelId="{C8DF65A4-B05F-43E6-8CE3-93C24E2FE8EF}">
      <dsp:nvSpPr>
        <dsp:cNvPr id="0" name=""/>
        <dsp:cNvSpPr/>
      </dsp:nvSpPr>
      <dsp:spPr>
        <a:xfrm>
          <a:off x="5370960" y="1296662"/>
          <a:ext cx="455041" cy="532312"/>
        </a:xfrm>
        <a:prstGeom prst="rightArrow">
          <a:avLst>
            <a:gd name="adj1" fmla="val 60000"/>
            <a:gd name="adj2" fmla="val 50000"/>
          </a:avLst>
        </a:prstGeom>
        <a:solidFill>
          <a:srgbClr val="ED7D31">
            <a:tint val="60000"/>
            <a:hueOff val="0"/>
            <a:satOff val="0"/>
            <a:lumOff val="0"/>
            <a:alphaOff val="0"/>
          </a:srgb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solidFill>
              <a:sysClr val="window" lastClr="FFFFFF"/>
            </a:solidFill>
            <a:latin typeface="Calibri" panose="020F0502020204030204"/>
            <a:ea typeface="+mn-ea"/>
            <a:cs typeface="+mn-cs"/>
          </a:endParaRPr>
        </a:p>
      </dsp:txBody>
      <dsp:txXfrm>
        <a:off x="5370960" y="1403124"/>
        <a:ext cx="318529" cy="319388"/>
      </dsp:txXfrm>
    </dsp:sp>
    <dsp:sp modelId="{C58EBAE5-ED3A-466B-9999-321359CCAB24}">
      <dsp:nvSpPr>
        <dsp:cNvPr id="0" name=""/>
        <dsp:cNvSpPr/>
      </dsp:nvSpPr>
      <dsp:spPr>
        <a:xfrm>
          <a:off x="6014887" y="918892"/>
          <a:ext cx="2146420" cy="1287852"/>
        </a:xfrm>
        <a:prstGeom prst="roundRect">
          <a:avLst>
            <a:gd name="adj" fmla="val 10000"/>
          </a:avLst>
        </a:prstGeom>
        <a:solidFill>
          <a:srgbClr val="ED7D31">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100000"/>
            </a:lnSpc>
            <a:spcBef>
              <a:spcPct val="0"/>
            </a:spcBef>
            <a:spcAft>
              <a:spcPct val="35000"/>
            </a:spcAft>
            <a:buNone/>
          </a:pPr>
          <a:r>
            <a:rPr lang="en-US" sz="2700" kern="1200">
              <a:solidFill>
                <a:sysClr val="window" lastClr="FFFFFF"/>
              </a:solidFill>
              <a:latin typeface="Calibri Light" panose="020F0302020204030204"/>
              <a:ea typeface="+mn-ea"/>
              <a:cs typeface="+mn-cs"/>
            </a:rPr>
            <a:t>Design</a:t>
          </a:r>
          <a:endParaRPr lang="en-US" sz="2700" kern="1200">
            <a:solidFill>
              <a:sysClr val="window" lastClr="FFFFFF"/>
            </a:solidFill>
            <a:latin typeface="Calibri" panose="020F0502020204030204"/>
            <a:ea typeface="+mn-ea"/>
            <a:cs typeface="+mn-cs"/>
          </a:endParaRPr>
        </a:p>
      </dsp:txBody>
      <dsp:txXfrm>
        <a:off x="6052607" y="956612"/>
        <a:ext cx="2070980" cy="1212412"/>
      </dsp:txXfrm>
    </dsp:sp>
    <dsp:sp modelId="{DDAD844F-8C64-4659-A960-4EB8C2F4434D}">
      <dsp:nvSpPr>
        <dsp:cNvPr id="0" name=""/>
        <dsp:cNvSpPr/>
      </dsp:nvSpPr>
      <dsp:spPr>
        <a:xfrm>
          <a:off x="8375949" y="1296662"/>
          <a:ext cx="455041" cy="532312"/>
        </a:xfrm>
        <a:prstGeom prst="rightArrow">
          <a:avLst>
            <a:gd name="adj1" fmla="val 60000"/>
            <a:gd name="adj2" fmla="val 50000"/>
          </a:avLst>
        </a:prstGeom>
        <a:solidFill>
          <a:srgbClr val="ED7D31">
            <a:tint val="60000"/>
            <a:hueOff val="0"/>
            <a:satOff val="0"/>
            <a:lumOff val="0"/>
            <a:alphaOff val="0"/>
          </a:srgb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solidFill>
              <a:sysClr val="window" lastClr="FFFFFF"/>
            </a:solidFill>
            <a:latin typeface="Calibri" panose="020F0502020204030204"/>
            <a:ea typeface="+mn-ea"/>
            <a:cs typeface="+mn-cs"/>
          </a:endParaRPr>
        </a:p>
      </dsp:txBody>
      <dsp:txXfrm>
        <a:off x="8375949" y="1403124"/>
        <a:ext cx="318529" cy="319388"/>
      </dsp:txXfrm>
    </dsp:sp>
    <dsp:sp modelId="{5E9221C2-794E-4672-BBD7-D993E4C25858}">
      <dsp:nvSpPr>
        <dsp:cNvPr id="0" name=""/>
        <dsp:cNvSpPr/>
      </dsp:nvSpPr>
      <dsp:spPr>
        <a:xfrm>
          <a:off x="9019876" y="918892"/>
          <a:ext cx="2146420" cy="1287852"/>
        </a:xfrm>
        <a:prstGeom prst="roundRect">
          <a:avLst>
            <a:gd name="adj" fmla="val 10000"/>
          </a:avLst>
        </a:prstGeom>
        <a:solidFill>
          <a:srgbClr val="ED7D31">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100000"/>
            </a:lnSpc>
            <a:spcBef>
              <a:spcPct val="0"/>
            </a:spcBef>
            <a:spcAft>
              <a:spcPct val="35000"/>
            </a:spcAft>
            <a:buNone/>
          </a:pPr>
          <a:r>
            <a:rPr lang="en-US" sz="2700" kern="1200">
              <a:solidFill>
                <a:sysClr val="window" lastClr="FFFFFF"/>
              </a:solidFill>
              <a:latin typeface="Calibri Light" panose="020F0302020204030204"/>
              <a:ea typeface="+mn-ea"/>
              <a:cs typeface="+mn-cs"/>
            </a:rPr>
            <a:t>Development</a:t>
          </a:r>
        </a:p>
      </dsp:txBody>
      <dsp:txXfrm>
        <a:off x="9057596" y="956612"/>
        <a:ext cx="2070980" cy="121241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E540BA-3DE1-4C29-83FB-49E925A40479}">
      <dsp:nvSpPr>
        <dsp:cNvPr id="0" name=""/>
        <dsp:cNvSpPr/>
      </dsp:nvSpPr>
      <dsp:spPr>
        <a:xfrm>
          <a:off x="0" y="8572"/>
          <a:ext cx="5314793" cy="935415"/>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rtl="0">
            <a:lnSpc>
              <a:spcPct val="90000"/>
            </a:lnSpc>
            <a:spcBef>
              <a:spcPct val="0"/>
            </a:spcBef>
            <a:spcAft>
              <a:spcPct val="35000"/>
            </a:spcAft>
            <a:buNone/>
          </a:pPr>
          <a:r>
            <a:rPr lang="en-US" sz="3900" kern="1200">
              <a:latin typeface="Calibri"/>
              <a:cs typeface="Calibri"/>
            </a:rPr>
            <a:t>User Research</a:t>
          </a:r>
        </a:p>
      </dsp:txBody>
      <dsp:txXfrm>
        <a:off x="45663" y="54235"/>
        <a:ext cx="5223467" cy="844089"/>
      </dsp:txXfrm>
    </dsp:sp>
    <dsp:sp modelId="{7E89176A-D95A-4636-964B-932B4A31A974}">
      <dsp:nvSpPr>
        <dsp:cNvPr id="0" name=""/>
        <dsp:cNvSpPr/>
      </dsp:nvSpPr>
      <dsp:spPr>
        <a:xfrm>
          <a:off x="0" y="1056307"/>
          <a:ext cx="5314793" cy="935415"/>
        </a:xfrm>
        <a:prstGeom prst="roundRect">
          <a:avLst/>
        </a:prstGeom>
        <a:solidFill>
          <a:schemeClr val="accent2">
            <a:hueOff val="-363841"/>
            <a:satOff val="-20982"/>
            <a:lumOff val="2157"/>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rtl="0">
            <a:lnSpc>
              <a:spcPct val="90000"/>
            </a:lnSpc>
            <a:spcBef>
              <a:spcPct val="0"/>
            </a:spcBef>
            <a:spcAft>
              <a:spcPct val="35000"/>
            </a:spcAft>
            <a:buNone/>
          </a:pPr>
          <a:r>
            <a:rPr lang="en-US" sz="3900" kern="1200">
              <a:latin typeface="Calibri"/>
              <a:cs typeface="Calibri"/>
            </a:rPr>
            <a:t> Persona Development</a:t>
          </a:r>
          <a:endParaRPr lang="en-US" sz="3900" kern="1200"/>
        </a:p>
      </dsp:txBody>
      <dsp:txXfrm>
        <a:off x="45663" y="1101970"/>
        <a:ext cx="5223467" cy="844089"/>
      </dsp:txXfrm>
    </dsp:sp>
    <dsp:sp modelId="{3C691524-EE46-4C9D-9C9D-8B035299BC2D}">
      <dsp:nvSpPr>
        <dsp:cNvPr id="0" name=""/>
        <dsp:cNvSpPr/>
      </dsp:nvSpPr>
      <dsp:spPr>
        <a:xfrm>
          <a:off x="0" y="2104042"/>
          <a:ext cx="5314793" cy="935415"/>
        </a:xfrm>
        <a:prstGeom prst="roundRect">
          <a:avLst/>
        </a:prstGeom>
        <a:solidFill>
          <a:schemeClr val="accent2">
            <a:hueOff val="-727682"/>
            <a:satOff val="-41964"/>
            <a:lumOff val="4314"/>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rtl="0">
            <a:lnSpc>
              <a:spcPct val="90000"/>
            </a:lnSpc>
            <a:spcBef>
              <a:spcPct val="0"/>
            </a:spcBef>
            <a:spcAft>
              <a:spcPct val="35000"/>
            </a:spcAft>
            <a:buNone/>
          </a:pPr>
          <a:r>
            <a:rPr lang="en-US" sz="3900" kern="1200">
              <a:latin typeface="Calibri Light" panose="020F0302020204030204"/>
            </a:rPr>
            <a:t>Journey Mapping</a:t>
          </a:r>
          <a:endParaRPr lang="en-US" sz="3900" kern="1200"/>
        </a:p>
      </dsp:txBody>
      <dsp:txXfrm>
        <a:off x="45663" y="2149705"/>
        <a:ext cx="5223467" cy="844089"/>
      </dsp:txXfrm>
    </dsp:sp>
    <dsp:sp modelId="{0D0D0252-DE74-47E6-A3C0-437459AB9D91}">
      <dsp:nvSpPr>
        <dsp:cNvPr id="0" name=""/>
        <dsp:cNvSpPr/>
      </dsp:nvSpPr>
      <dsp:spPr>
        <a:xfrm>
          <a:off x="0" y="3151777"/>
          <a:ext cx="5314793" cy="935415"/>
        </a:xfrm>
        <a:prstGeom prst="roundRect">
          <a:avLst/>
        </a:prstGeom>
        <a:solidFill>
          <a:schemeClr val="accent2">
            <a:hueOff val="-1091522"/>
            <a:satOff val="-62946"/>
            <a:lumOff val="6471"/>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a:latin typeface="Calibri Light" panose="020F0302020204030204"/>
            </a:rPr>
            <a:t>Wireframing</a:t>
          </a:r>
          <a:endParaRPr lang="en-US" sz="3900" kern="1200"/>
        </a:p>
      </dsp:txBody>
      <dsp:txXfrm>
        <a:off x="45663" y="3197440"/>
        <a:ext cx="5223467" cy="844089"/>
      </dsp:txXfrm>
    </dsp:sp>
    <dsp:sp modelId="{F8AE24AF-3D9C-42BA-B2B8-076158D05F61}">
      <dsp:nvSpPr>
        <dsp:cNvPr id="0" name=""/>
        <dsp:cNvSpPr/>
      </dsp:nvSpPr>
      <dsp:spPr>
        <a:xfrm>
          <a:off x="0" y="4199512"/>
          <a:ext cx="5314793" cy="935415"/>
        </a:xfrm>
        <a:prstGeom prst="roundRect">
          <a:avLst/>
        </a:prstGeom>
        <a:solidFill>
          <a:schemeClr val="accent2">
            <a:hueOff val="-1455363"/>
            <a:satOff val="-83928"/>
            <a:lumOff val="8628"/>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rtl="0">
            <a:lnSpc>
              <a:spcPct val="90000"/>
            </a:lnSpc>
            <a:spcBef>
              <a:spcPct val="0"/>
            </a:spcBef>
            <a:spcAft>
              <a:spcPct val="35000"/>
            </a:spcAft>
            <a:buNone/>
          </a:pPr>
          <a:r>
            <a:rPr lang="en-US" sz="3900" kern="1200">
              <a:latin typeface="Calibri Light" panose="020F0302020204030204"/>
            </a:rPr>
            <a:t>Usability Testing</a:t>
          </a:r>
          <a:endParaRPr lang="en-US" sz="3900" kern="1200"/>
        </a:p>
      </dsp:txBody>
      <dsp:txXfrm>
        <a:off x="45663" y="4245175"/>
        <a:ext cx="5223467" cy="84408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391AD9-7935-48AD-BE68-562D259B4212}">
      <dsp:nvSpPr>
        <dsp:cNvPr id="0" name=""/>
        <dsp:cNvSpPr/>
      </dsp:nvSpPr>
      <dsp:spPr>
        <a:xfrm>
          <a:off x="2892822" y="-32467"/>
          <a:ext cx="5088729" cy="5088729"/>
        </a:xfrm>
        <a:prstGeom prst="circularArrow">
          <a:avLst>
            <a:gd name="adj1" fmla="val 5544"/>
            <a:gd name="adj2" fmla="val 330680"/>
            <a:gd name="adj3" fmla="val 13733274"/>
            <a:gd name="adj4" fmla="val 17411976"/>
            <a:gd name="adj5" fmla="val 5757"/>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AF15EFC-0717-48AD-A27B-D88E8A89695A}">
      <dsp:nvSpPr>
        <dsp:cNvPr id="0" name=""/>
        <dsp:cNvSpPr/>
      </dsp:nvSpPr>
      <dsp:spPr>
        <a:xfrm>
          <a:off x="4223908" y="2296"/>
          <a:ext cx="2426557" cy="121327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rtl="0">
            <a:lnSpc>
              <a:spcPct val="150000"/>
            </a:lnSpc>
            <a:spcBef>
              <a:spcPct val="0"/>
            </a:spcBef>
            <a:spcAft>
              <a:spcPct val="35000"/>
            </a:spcAft>
            <a:buNone/>
          </a:pPr>
          <a:r>
            <a:rPr lang="en-US" sz="2800" kern="1200">
              <a:solidFill>
                <a:srgbClr val="616161"/>
              </a:solidFill>
              <a:latin typeface="Calibri"/>
              <a:cs typeface="Calibri"/>
            </a:rPr>
            <a:t>User Research</a:t>
          </a:r>
          <a:endParaRPr lang="en-US" sz="2800" kern="1200">
            <a:solidFill>
              <a:srgbClr val="000000"/>
            </a:solidFill>
            <a:latin typeface="Calibri"/>
            <a:cs typeface="Calibri"/>
          </a:endParaRPr>
        </a:p>
      </dsp:txBody>
      <dsp:txXfrm>
        <a:off x="4283135" y="61523"/>
        <a:ext cx="2308103" cy="1094824"/>
      </dsp:txXfrm>
    </dsp:sp>
    <dsp:sp modelId="{7EBCD5BC-E1FE-4AF9-90E0-AE0241818C97}">
      <dsp:nvSpPr>
        <dsp:cNvPr id="0" name=""/>
        <dsp:cNvSpPr/>
      </dsp:nvSpPr>
      <dsp:spPr>
        <a:xfrm>
          <a:off x="6287733" y="1501753"/>
          <a:ext cx="2426557" cy="121327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en-US" sz="2800" kern="1200">
              <a:solidFill>
                <a:srgbClr val="616161"/>
              </a:solidFill>
              <a:latin typeface="Calibri"/>
              <a:cs typeface="Calibri"/>
            </a:rPr>
            <a:t> Persona Development</a:t>
          </a:r>
          <a:endParaRPr lang="en-US" sz="2800" kern="1200"/>
        </a:p>
      </dsp:txBody>
      <dsp:txXfrm>
        <a:off x="6346960" y="1560980"/>
        <a:ext cx="2308103" cy="1094824"/>
      </dsp:txXfrm>
    </dsp:sp>
    <dsp:sp modelId="{6ECF4DC9-3ECB-4D02-9830-FA614BB99FEE}">
      <dsp:nvSpPr>
        <dsp:cNvPr id="0" name=""/>
        <dsp:cNvSpPr/>
      </dsp:nvSpPr>
      <dsp:spPr>
        <a:xfrm>
          <a:off x="5499422" y="3927924"/>
          <a:ext cx="2426557" cy="121327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en-US" sz="2800" kern="1200">
              <a:latin typeface="Calibri Light" panose="020F0302020204030204"/>
            </a:rPr>
            <a:t>Journey Mapping</a:t>
          </a:r>
          <a:endParaRPr lang="en-US" sz="2800" kern="1200"/>
        </a:p>
      </dsp:txBody>
      <dsp:txXfrm>
        <a:off x="5558649" y="3987151"/>
        <a:ext cx="2308103" cy="1094824"/>
      </dsp:txXfrm>
    </dsp:sp>
    <dsp:sp modelId="{308D7BC6-53D8-4265-A0FD-2AE6874BE39C}">
      <dsp:nvSpPr>
        <dsp:cNvPr id="0" name=""/>
        <dsp:cNvSpPr/>
      </dsp:nvSpPr>
      <dsp:spPr>
        <a:xfrm>
          <a:off x="2948395" y="3927924"/>
          <a:ext cx="2426557" cy="121327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a:latin typeface="Calibri Light" panose="020F0302020204030204"/>
            </a:rPr>
            <a:t>Wireframing</a:t>
          </a:r>
          <a:endParaRPr lang="en-US" sz="2800" kern="1200"/>
        </a:p>
      </dsp:txBody>
      <dsp:txXfrm>
        <a:off x="3007622" y="3987151"/>
        <a:ext cx="2308103" cy="1094824"/>
      </dsp:txXfrm>
    </dsp:sp>
    <dsp:sp modelId="{E08F24C8-4BF2-439C-9AD5-F95C25088D43}">
      <dsp:nvSpPr>
        <dsp:cNvPr id="0" name=""/>
        <dsp:cNvSpPr/>
      </dsp:nvSpPr>
      <dsp:spPr>
        <a:xfrm>
          <a:off x="2160084" y="1501753"/>
          <a:ext cx="2426557" cy="121327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en-US" sz="2800" kern="1200">
              <a:latin typeface="Calibri Light" panose="020F0302020204030204"/>
            </a:rPr>
            <a:t>Usability Testing</a:t>
          </a:r>
          <a:endParaRPr lang="en-US" sz="2800" kern="1200"/>
        </a:p>
      </dsp:txBody>
      <dsp:txXfrm>
        <a:off x="2219311" y="1560980"/>
        <a:ext cx="2308103" cy="1094824"/>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CD5823-64D9-402D-B92D-81C34263E1A7}" type="datetimeFigureOut">
              <a:rPr lang="en-GB" smtClean="0"/>
              <a:t>21/06/2024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184822-DC4C-4079-9544-59F2780D4939}" type="slidenum">
              <a:rPr lang="en-GB" smtClean="0"/>
              <a:t>‹#›</a:t>
            </a:fld>
            <a:endParaRPr lang="en-GB"/>
          </a:p>
        </p:txBody>
      </p:sp>
    </p:spTree>
    <p:extLst>
      <p:ext uri="{BB962C8B-B14F-4D97-AF65-F5344CB8AC3E}">
        <p14:creationId xmlns:p14="http://schemas.microsoft.com/office/powerpoint/2010/main" val="14520866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interaction-design.org/literature/article/ux-vs-ui-what-s-the-difference"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medium.com/lfdev-blog/you-developer-unconsciously-uses-any-part-of-the-ux-ui-design-24439a4f89e3" TargetMode="External"/><Relationship Id="rId2" Type="http://schemas.openxmlformats.org/officeDocument/2006/relationships/slide" Target="../slides/slide10.xml"/><Relationship Id="rId1" Type="http://schemas.openxmlformats.org/officeDocument/2006/relationships/notesMaster" Target="../notesMasters/notesMaster1.xml"/><Relationship Id="rId4" Type="http://schemas.openxmlformats.org/officeDocument/2006/relationships/hyperlink" Target="https://www.youtube.com/watch?v=6chQ6JZpvTQ" TargetMode="Externa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www.interaction-design.org/literature/article/learn-from-ixdf-design-thinking-course"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medium.com/juanpacheco/design-thinking-the-4d-ux-methodology-e621adc3339c" TargetMode="External"/><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www.toastdesign.co.uk/services/leaflet-designers/" TargetMode="External"/><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padlet.com/eleanor_walker/remake-link/8wOpvYk4lW5mz6AY" TargetMode="External"/><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You</a:t>
            </a:r>
            <a:r>
              <a:rPr lang="en-GB" baseline="0" dirty="0"/>
              <a:t> should start your session 15 to 30 minutes before the start time.</a:t>
            </a:r>
          </a:p>
          <a:p>
            <a:r>
              <a:rPr lang="en-GB" baseline="0" dirty="0"/>
              <a:t>The learners should be greeted with this slide: remember to adapt to fit your time.</a:t>
            </a:r>
            <a:endParaRPr lang="en-GB" dirty="0"/>
          </a:p>
          <a:p>
            <a:endParaRPr lang="en-GB" dirty="0"/>
          </a:p>
        </p:txBody>
      </p:sp>
      <p:sp>
        <p:nvSpPr>
          <p:cNvPr id="4" name="Slide Number Placeholder 3"/>
          <p:cNvSpPr>
            <a:spLocks noGrp="1"/>
          </p:cNvSpPr>
          <p:nvPr>
            <p:ph type="sldNum" sz="quarter" idx="5"/>
          </p:nvPr>
        </p:nvSpPr>
        <p:spPr/>
        <p:txBody>
          <a:bodyPr/>
          <a:lstStyle/>
          <a:p>
            <a:fld id="{F50BD4C6-33B7-426C-B043-5308D71BF9A4}" type="slidenum">
              <a:rPr lang="en-GB" smtClean="0"/>
              <a:t>1</a:t>
            </a:fld>
            <a:endParaRPr lang="en-GB"/>
          </a:p>
        </p:txBody>
      </p:sp>
    </p:spTree>
    <p:extLst>
      <p:ext uri="{BB962C8B-B14F-4D97-AF65-F5344CB8AC3E}">
        <p14:creationId xmlns:p14="http://schemas.microsoft.com/office/powerpoint/2010/main" val="25695942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Prepare your students to interact during the session.</a:t>
            </a:r>
          </a:p>
          <a:p>
            <a:endParaRPr lang="en-GB" dirty="0"/>
          </a:p>
        </p:txBody>
      </p:sp>
      <p:sp>
        <p:nvSpPr>
          <p:cNvPr id="4" name="Slide Number Placeholder 3"/>
          <p:cNvSpPr>
            <a:spLocks noGrp="1"/>
          </p:cNvSpPr>
          <p:nvPr>
            <p:ph type="sldNum" sz="quarter" idx="5"/>
          </p:nvPr>
        </p:nvSpPr>
        <p:spPr/>
        <p:txBody>
          <a:bodyPr/>
          <a:lstStyle/>
          <a:p>
            <a:fld id="{F50BD4C6-33B7-426C-B043-5308D71BF9A4}" type="slidenum">
              <a:rPr lang="en-GB" smtClean="0"/>
              <a:t>2</a:t>
            </a:fld>
            <a:endParaRPr lang="en-GB"/>
          </a:p>
        </p:txBody>
      </p:sp>
    </p:spTree>
    <p:extLst>
      <p:ext uri="{BB962C8B-B14F-4D97-AF65-F5344CB8AC3E}">
        <p14:creationId xmlns:p14="http://schemas.microsoft.com/office/powerpoint/2010/main" val="11964222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This will alert the learners</a:t>
            </a:r>
            <a:r>
              <a:rPr lang="en-GB" baseline="0" dirty="0"/>
              <a:t> to the fact you are recording and remind you to start recording!</a:t>
            </a:r>
            <a:endParaRPr lang="en-GB" dirty="0"/>
          </a:p>
          <a:p>
            <a:endParaRPr lang="en-GB" dirty="0"/>
          </a:p>
          <a:p>
            <a:endParaRPr lang="en-GB" dirty="0"/>
          </a:p>
        </p:txBody>
      </p:sp>
      <p:sp>
        <p:nvSpPr>
          <p:cNvPr id="4" name="Slide Number Placeholder 3"/>
          <p:cNvSpPr>
            <a:spLocks noGrp="1"/>
          </p:cNvSpPr>
          <p:nvPr>
            <p:ph type="sldNum" sz="quarter" idx="5"/>
          </p:nvPr>
        </p:nvSpPr>
        <p:spPr/>
        <p:txBody>
          <a:bodyPr/>
          <a:lstStyle/>
          <a:p>
            <a:fld id="{F50BD4C6-33B7-426C-B043-5308D71BF9A4}" type="slidenum">
              <a:rPr lang="en-GB" smtClean="0"/>
              <a:t>6</a:t>
            </a:fld>
            <a:endParaRPr lang="en-GB"/>
          </a:p>
        </p:txBody>
      </p:sp>
    </p:spTree>
    <p:extLst>
      <p:ext uri="{BB962C8B-B14F-4D97-AF65-F5344CB8AC3E}">
        <p14:creationId xmlns:p14="http://schemas.microsoft.com/office/powerpoint/2010/main" val="28529357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References: </a:t>
            </a:r>
            <a:r>
              <a:rPr lang="en-US" dirty="0">
                <a:hlinkClick r:id="rId3"/>
              </a:rPr>
              <a:t>https://www.interaction-design.org/literature/article/ux-vs-ui-what-s-the-difference</a:t>
            </a:r>
            <a:endParaRPr lang="en-US" dirty="0">
              <a:cs typeface="Calibri"/>
            </a:endParaRPr>
          </a:p>
          <a:p>
            <a:r>
              <a:rPr lang="en-US" b="1" dirty="0"/>
              <a:t>Focus:</a:t>
            </a:r>
            <a:endParaRPr lang="en-US" dirty="0"/>
          </a:p>
          <a:p>
            <a:pPr marL="171450" indent="-171450">
              <a:buFont typeface="Arial"/>
              <a:buChar char="•"/>
            </a:pPr>
            <a:r>
              <a:rPr lang="en-US" b="1" dirty="0"/>
              <a:t>UX:</a:t>
            </a:r>
            <a:r>
              <a:rPr lang="en-US" dirty="0"/>
              <a:t> Emphasizes the user's journey to solve a problem and the overall feel of the product.</a:t>
            </a:r>
            <a:endParaRPr lang="en-US" dirty="0">
              <a:cs typeface="Calibri"/>
            </a:endParaRPr>
          </a:p>
          <a:p>
            <a:pPr marL="171450" indent="-171450">
              <a:buFont typeface="Arial"/>
              <a:buChar char="•"/>
            </a:pPr>
            <a:r>
              <a:rPr lang="en-US" b="1" dirty="0"/>
              <a:t>UI:</a:t>
            </a:r>
            <a:r>
              <a:rPr lang="en-US" dirty="0"/>
              <a:t> Focuses on the product's visual and interactive elements.</a:t>
            </a:r>
            <a:endParaRPr lang="en-US" dirty="0">
              <a:cs typeface="Calibri"/>
            </a:endParaRPr>
          </a:p>
          <a:p>
            <a:r>
              <a:rPr lang="en-US" b="1" dirty="0"/>
              <a:t>Outcome:</a:t>
            </a:r>
            <a:endParaRPr lang="en-US" dirty="0"/>
          </a:p>
          <a:p>
            <a:pPr marL="171450" indent="-171450">
              <a:buFont typeface="Arial"/>
              <a:buChar char="•"/>
            </a:pPr>
            <a:r>
              <a:rPr lang="en-US" b="1" dirty="0"/>
              <a:t>UX:</a:t>
            </a:r>
            <a:r>
              <a:rPr lang="en-US" dirty="0"/>
              <a:t> Aims for a seamless, efficient, and enjoyable experience for the user.</a:t>
            </a:r>
            <a:endParaRPr lang="en-US" dirty="0">
              <a:cs typeface="Calibri"/>
            </a:endParaRPr>
          </a:p>
          <a:p>
            <a:pPr marL="171450" indent="-171450">
              <a:buFont typeface="Arial"/>
              <a:buChar char="•"/>
            </a:pPr>
            <a:r>
              <a:rPr lang="en-US" b="1" dirty="0"/>
              <a:t>UI:</a:t>
            </a:r>
            <a:r>
              <a:rPr lang="en-US" dirty="0"/>
              <a:t> Strives for a visually appealing and engaging interface.</a:t>
            </a:r>
            <a:endParaRPr lang="en-US" dirty="0">
              <a:cs typeface="Calibri"/>
            </a:endParaRPr>
          </a:p>
          <a:p>
            <a:r>
              <a:rPr lang="en-US" b="1" dirty="0"/>
              <a:t>Process:</a:t>
            </a:r>
            <a:endParaRPr lang="en-US" dirty="0"/>
          </a:p>
          <a:p>
            <a:pPr marL="171450" indent="-171450">
              <a:buFont typeface="Arial"/>
              <a:buChar char="•"/>
            </a:pPr>
            <a:r>
              <a:rPr lang="en-US" b="1" dirty="0"/>
              <a:t>UX:</a:t>
            </a:r>
            <a:r>
              <a:rPr lang="en-US" dirty="0"/>
              <a:t> Involves research, wireframing, prototyping, and testing.</a:t>
            </a:r>
            <a:endParaRPr lang="en-US" dirty="0">
              <a:cs typeface="Calibri"/>
            </a:endParaRPr>
          </a:p>
          <a:p>
            <a:pPr marL="171450" indent="-171450">
              <a:buFont typeface="Arial"/>
              <a:buChar char="•"/>
            </a:pPr>
            <a:r>
              <a:rPr lang="en-US" b="1" dirty="0"/>
              <a:t>UI:</a:t>
            </a:r>
            <a:r>
              <a:rPr lang="en-US" dirty="0"/>
              <a:t> Involves designing the aesthetics and interactive elements after the UX phase.</a:t>
            </a:r>
            <a:endParaRPr lang="en-US" dirty="0">
              <a:cs typeface="Calibri"/>
            </a:endParaRPr>
          </a:p>
          <a:p>
            <a:endParaRPr lang="en-GB" dirty="0"/>
          </a:p>
        </p:txBody>
      </p:sp>
      <p:sp>
        <p:nvSpPr>
          <p:cNvPr id="4" name="Slide Number Placeholder 3"/>
          <p:cNvSpPr>
            <a:spLocks noGrp="1"/>
          </p:cNvSpPr>
          <p:nvPr>
            <p:ph type="sldNum" sz="quarter" idx="5"/>
          </p:nvPr>
        </p:nvSpPr>
        <p:spPr/>
        <p:txBody>
          <a:bodyPr/>
          <a:lstStyle/>
          <a:p>
            <a:fld id="{54184822-DC4C-4079-9544-59F2780D4939}" type="slidenum">
              <a:rPr lang="en-GB" smtClean="0"/>
              <a:t>9</a:t>
            </a:fld>
            <a:endParaRPr lang="en-GB"/>
          </a:p>
        </p:txBody>
      </p:sp>
    </p:spTree>
    <p:extLst>
      <p:ext uri="{BB962C8B-B14F-4D97-AF65-F5344CB8AC3E}">
        <p14:creationId xmlns:p14="http://schemas.microsoft.com/office/powerpoint/2010/main" val="27018356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The ketchup bottle analogy</a:t>
            </a:r>
            <a:endParaRPr lang="en-US" dirty="0"/>
          </a:p>
          <a:p>
            <a:r>
              <a:rPr lang="en-US" dirty="0"/>
              <a:t>This is the classic example that you’ll find. A glass ketchup bottle vs the squeezable version. One is clearly much easier to use than the other, thus people say that the squeezable one represents UX because clearly, someone investigated how people used the glass bottle and </a:t>
            </a:r>
            <a:r>
              <a:rPr lang="en-US" dirty="0" err="1"/>
              <a:t>realised</a:t>
            </a:r>
            <a:r>
              <a:rPr lang="en-US" dirty="0"/>
              <a:t> that smacking it to get your ketchup wasn’t optimal.</a:t>
            </a:r>
            <a:br>
              <a:rPr lang="en-US" dirty="0">
                <a:cs typeface="+mn-lt"/>
              </a:rPr>
            </a:br>
            <a:r>
              <a:rPr lang="en-US" dirty="0"/>
              <a:t>Why the glass bottle represents the UI, well that is beyond me, and that’s where my annoyance starts.</a:t>
            </a:r>
            <a:endParaRPr lang="en-US" dirty="0">
              <a:cs typeface="Calibri"/>
            </a:endParaRPr>
          </a:p>
          <a:p>
            <a:endParaRPr lang="en-US" dirty="0">
              <a:cs typeface="Calibri"/>
            </a:endParaRPr>
          </a:p>
          <a:p>
            <a:r>
              <a:rPr lang="en-US" dirty="0"/>
              <a:t>Although there was probably research that triggered the appearance of the squeezable ketchup container, the other part of the story is that it was introduced as technological innovation, because before that it wasn’t possible to produce such containers. Comparing these 2 things is the same as if you compare the first iPhone against one of the latest ones.</a:t>
            </a:r>
          </a:p>
          <a:p>
            <a:endParaRPr lang="en-US" dirty="0">
              <a:cs typeface="Calibri"/>
            </a:endParaRPr>
          </a:p>
          <a:p>
            <a:r>
              <a:rPr lang="en-US" b="1" dirty="0"/>
              <a:t>UI is part of UX</a:t>
            </a:r>
            <a:endParaRPr lang="en-US" dirty="0"/>
          </a:p>
          <a:p>
            <a:r>
              <a:rPr lang="en-US" dirty="0"/>
              <a:t>As you probably already know, UX stands for User Experience and UI for User Interface. Putting these two things against each other implies that they can live independently which is not the case.</a:t>
            </a:r>
          </a:p>
          <a:p>
            <a:r>
              <a:rPr lang="en-US" dirty="0"/>
              <a:t>The user experience is the result of their interaction with a product or service, which means that user experience includes, but is not limited to, a user interface. The UI is one of the contributing factors for the end user experience.</a:t>
            </a:r>
            <a:endParaRPr lang="en-US" dirty="0">
              <a:cs typeface="Calibri"/>
            </a:endParaRPr>
          </a:p>
          <a:p>
            <a:endParaRPr lang="en-US" dirty="0">
              <a:cs typeface="Calibri"/>
            </a:endParaRPr>
          </a:p>
          <a:p>
            <a:r>
              <a:rPr lang="en-US" dirty="0">
                <a:cs typeface="Calibri"/>
              </a:rPr>
              <a:t>References:</a:t>
            </a:r>
            <a:r>
              <a:rPr lang="en-US" dirty="0"/>
              <a:t> </a:t>
            </a:r>
            <a:r>
              <a:rPr lang="en-US" dirty="0">
                <a:hlinkClick r:id="rId3"/>
              </a:rPr>
              <a:t>https://medium.com/lfdev-blog/you-developer-unconsciously-uses-any-part-of-the-ux-ui-design-24439a4f89e3</a:t>
            </a:r>
            <a:endParaRPr lang="en-US" dirty="0">
              <a:cs typeface="Calibri"/>
            </a:endParaRPr>
          </a:p>
          <a:p>
            <a:r>
              <a:rPr lang="en-US" dirty="0">
                <a:hlinkClick r:id="rId4"/>
              </a:rPr>
              <a:t>https://www.youtube.com/watch?v=6chQ6JZpvTQ</a:t>
            </a:r>
            <a:endParaRPr lang="en-US" dirty="0">
              <a:cs typeface="Calibri"/>
              <a:hlinkClick r:id="rId4"/>
            </a:endParaRPr>
          </a:p>
          <a:p>
            <a:endParaRPr lang="en-US" dirty="0">
              <a:cs typeface="Calibri"/>
            </a:endParaRPr>
          </a:p>
          <a:p>
            <a:r>
              <a:rPr lang="en-US" dirty="0">
                <a:cs typeface="Calibri"/>
              </a:rPr>
              <a:t>UX/UI Case </a:t>
            </a:r>
            <a:r>
              <a:rPr lang="en-US" dirty="0" err="1">
                <a:cs typeface="Calibri"/>
              </a:rPr>
              <a:t>Study:</a:t>
            </a:r>
            <a:r>
              <a:rPr lang="en-US" dirty="0" err="1"/>
              <a:t>https</a:t>
            </a:r>
            <a:r>
              <a:rPr lang="en-US" dirty="0"/>
              <a:t>://www.dandad.org/awards/professional/2024/238365/ketch-up-down/</a:t>
            </a:r>
            <a:endParaRPr lang="en-US" dirty="0">
              <a:cs typeface="Calibri"/>
            </a:endParaRPr>
          </a:p>
        </p:txBody>
      </p:sp>
      <p:sp>
        <p:nvSpPr>
          <p:cNvPr id="4" name="Slide Number Placeholder 3"/>
          <p:cNvSpPr>
            <a:spLocks noGrp="1"/>
          </p:cNvSpPr>
          <p:nvPr>
            <p:ph type="sldNum" sz="quarter" idx="5"/>
          </p:nvPr>
        </p:nvSpPr>
        <p:spPr/>
        <p:txBody>
          <a:bodyPr/>
          <a:lstStyle/>
          <a:p>
            <a:fld id="{54184822-DC4C-4079-9544-59F2780D4939}" type="slidenum">
              <a:rPr lang="en-GB" smtClean="0"/>
              <a:t>10</a:t>
            </a:fld>
            <a:endParaRPr lang="en-GB"/>
          </a:p>
        </p:txBody>
      </p:sp>
    </p:spTree>
    <p:extLst>
      <p:ext uri="{BB962C8B-B14F-4D97-AF65-F5344CB8AC3E}">
        <p14:creationId xmlns:p14="http://schemas.microsoft.com/office/powerpoint/2010/main" val="38151823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cs typeface="Calibri"/>
              </a:rPr>
              <a:t>Let’s begin today’s lecture on the above learning outcomes.</a:t>
            </a:r>
          </a:p>
        </p:txBody>
      </p:sp>
      <p:sp>
        <p:nvSpPr>
          <p:cNvPr id="4" name="Slide Number Placeholder 3"/>
          <p:cNvSpPr>
            <a:spLocks noGrp="1"/>
          </p:cNvSpPr>
          <p:nvPr>
            <p:ph type="sldNum" sz="quarter" idx="5"/>
          </p:nvPr>
        </p:nvSpPr>
        <p:spPr/>
        <p:txBody>
          <a:bodyPr/>
          <a:lstStyle/>
          <a:p>
            <a:fld id="{54184822-DC4C-4079-9544-59F2780D4939}" type="slidenum">
              <a:rPr lang="en-GB" smtClean="0"/>
              <a:t>11</a:t>
            </a:fld>
            <a:endParaRPr lang="en-GB"/>
          </a:p>
        </p:txBody>
      </p:sp>
    </p:spTree>
    <p:extLst>
      <p:ext uri="{BB962C8B-B14F-4D97-AF65-F5344CB8AC3E}">
        <p14:creationId xmlns:p14="http://schemas.microsoft.com/office/powerpoint/2010/main" val="18403384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4184822-DC4C-4079-9544-59F2780D4939}" type="slidenum">
              <a:rPr lang="en-GB" smtClean="0"/>
              <a:t>13</a:t>
            </a:fld>
            <a:endParaRPr lang="en-GB"/>
          </a:p>
        </p:txBody>
      </p:sp>
    </p:spTree>
    <p:extLst>
      <p:ext uri="{BB962C8B-B14F-4D97-AF65-F5344CB8AC3E}">
        <p14:creationId xmlns:p14="http://schemas.microsoft.com/office/powerpoint/2010/main" val="34648393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https://www.interaction-design.org/literature/article/learn-from-ixdf-design-thinking-course</a:t>
            </a:r>
            <a:endParaRPr lang="en-US" dirty="0"/>
          </a:p>
          <a:p>
            <a:endParaRPr lang="en-US" dirty="0">
              <a:cs typeface="Calibri"/>
            </a:endParaRPr>
          </a:p>
          <a:p>
            <a:r>
              <a:rPr lang="en-US" dirty="0">
                <a:cs typeface="Calibri"/>
              </a:rPr>
              <a:t>Show question first, before showing answer.</a:t>
            </a:r>
          </a:p>
          <a:p>
            <a:endParaRPr lang="en-GB" dirty="0"/>
          </a:p>
        </p:txBody>
      </p:sp>
      <p:sp>
        <p:nvSpPr>
          <p:cNvPr id="4" name="Slide Number Placeholder 3"/>
          <p:cNvSpPr>
            <a:spLocks noGrp="1"/>
          </p:cNvSpPr>
          <p:nvPr>
            <p:ph type="sldNum" sz="quarter" idx="5"/>
          </p:nvPr>
        </p:nvSpPr>
        <p:spPr/>
        <p:txBody>
          <a:bodyPr/>
          <a:lstStyle/>
          <a:p>
            <a:fld id="{54184822-DC4C-4079-9544-59F2780D4939}" type="slidenum">
              <a:rPr lang="en-GB" smtClean="0"/>
              <a:t>14</a:t>
            </a:fld>
            <a:endParaRPr lang="en-GB"/>
          </a:p>
        </p:txBody>
      </p:sp>
    </p:spTree>
    <p:extLst>
      <p:ext uri="{BB962C8B-B14F-4D97-AF65-F5344CB8AC3E}">
        <p14:creationId xmlns:p14="http://schemas.microsoft.com/office/powerpoint/2010/main" val="42561228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What is Design Thinking? </a:t>
            </a:r>
            <a:endParaRPr lang="en-US" dirty="0"/>
          </a:p>
          <a:p>
            <a:r>
              <a:rPr lang="en-US" dirty="0">
                <a:cs typeface="Calibri"/>
              </a:rPr>
              <a:t>Reference:</a:t>
            </a:r>
            <a:r>
              <a:rPr lang="en-US" dirty="0"/>
              <a:t> https://www.interaction-design.org/literature/article/learn-from-ixdf-design-thinking-course</a:t>
            </a:r>
          </a:p>
          <a:p>
            <a:r>
              <a:rPr lang="en-GB" dirty="0"/>
              <a:t>https://www.interaction-design.org/literature/topics/empathize</a:t>
            </a:r>
          </a:p>
        </p:txBody>
      </p:sp>
      <p:sp>
        <p:nvSpPr>
          <p:cNvPr id="4" name="Slide Number Placeholder 3"/>
          <p:cNvSpPr>
            <a:spLocks noGrp="1"/>
          </p:cNvSpPr>
          <p:nvPr>
            <p:ph type="sldNum" sz="quarter" idx="5"/>
          </p:nvPr>
        </p:nvSpPr>
        <p:spPr/>
        <p:txBody>
          <a:bodyPr/>
          <a:lstStyle/>
          <a:p>
            <a:fld id="{54184822-DC4C-4079-9544-59F2780D4939}" type="slidenum">
              <a:rPr lang="en-GB" smtClean="0"/>
              <a:t>15</a:t>
            </a:fld>
            <a:endParaRPr lang="en-GB"/>
          </a:p>
        </p:txBody>
      </p:sp>
    </p:spTree>
    <p:extLst>
      <p:ext uri="{BB962C8B-B14F-4D97-AF65-F5344CB8AC3E}">
        <p14:creationId xmlns:p14="http://schemas.microsoft.com/office/powerpoint/2010/main" val="9031004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r>
              <a:rPr lang="en-US" b="1" dirty="0"/>
              <a:t>User Research:</a:t>
            </a:r>
            <a:r>
              <a:rPr lang="en-US" dirty="0"/>
              <a:t> Gathering insights into user behaviors and needs.</a:t>
            </a:r>
          </a:p>
          <a:p>
            <a:r>
              <a:rPr lang="en-US" dirty="0"/>
              <a:t>•</a:t>
            </a:r>
            <a:r>
              <a:rPr lang="en-US" b="1" dirty="0"/>
              <a:t>Persona Development:</a:t>
            </a:r>
            <a:r>
              <a:rPr lang="en-US" dirty="0"/>
              <a:t> Creating representative user profiles.</a:t>
            </a:r>
            <a:endParaRPr lang="en-US" dirty="0">
              <a:cs typeface="Calibri"/>
            </a:endParaRPr>
          </a:p>
          <a:p>
            <a:r>
              <a:rPr lang="en-US" dirty="0"/>
              <a:t>•</a:t>
            </a:r>
            <a:r>
              <a:rPr lang="en-US" b="1" dirty="0"/>
              <a:t>Journey Mapping:</a:t>
            </a:r>
            <a:r>
              <a:rPr lang="en-US" dirty="0"/>
              <a:t> Visualizing the user's interactions with the product.</a:t>
            </a:r>
            <a:endParaRPr lang="en-US" dirty="0">
              <a:cs typeface="Calibri"/>
            </a:endParaRPr>
          </a:p>
          <a:p>
            <a:r>
              <a:rPr lang="en-US" dirty="0"/>
              <a:t>•</a:t>
            </a:r>
            <a:r>
              <a:rPr lang="en-US" b="1" dirty="0"/>
              <a:t>Wireframing and Prototyping:</a:t>
            </a:r>
            <a:r>
              <a:rPr lang="en-US" dirty="0"/>
              <a:t> Designing preliminary layouts and interactive models.</a:t>
            </a:r>
            <a:endParaRPr lang="en-US" dirty="0">
              <a:cs typeface="Calibri"/>
            </a:endParaRPr>
          </a:p>
          <a:p>
            <a:r>
              <a:rPr lang="en-US" dirty="0"/>
              <a:t>•</a:t>
            </a:r>
            <a:r>
              <a:rPr lang="en-US" b="1" dirty="0"/>
              <a:t>Usability Testing:</a:t>
            </a:r>
            <a:r>
              <a:rPr lang="en-US" dirty="0"/>
              <a:t> Evaluating the product's ease of use.</a:t>
            </a:r>
            <a:endParaRPr lang="en-US" dirty="0">
              <a:cs typeface="Calibri"/>
            </a:endParaRP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https://neilpatel.com/blog/content-marketing-trends/</a:t>
            </a:r>
          </a:p>
          <a:p>
            <a:endParaRPr lang="en-GB" dirty="0"/>
          </a:p>
        </p:txBody>
      </p:sp>
      <p:sp>
        <p:nvSpPr>
          <p:cNvPr id="4" name="Slide Number Placeholder 3"/>
          <p:cNvSpPr>
            <a:spLocks noGrp="1"/>
          </p:cNvSpPr>
          <p:nvPr>
            <p:ph type="sldNum" sz="quarter" idx="5"/>
          </p:nvPr>
        </p:nvSpPr>
        <p:spPr/>
        <p:txBody>
          <a:bodyPr/>
          <a:lstStyle/>
          <a:p>
            <a:fld id="{54184822-DC4C-4079-9544-59F2780D4939}" type="slidenum">
              <a:rPr lang="en-GB" smtClean="0"/>
              <a:t>17</a:t>
            </a:fld>
            <a:endParaRPr lang="en-GB"/>
          </a:p>
        </p:txBody>
      </p:sp>
    </p:spTree>
    <p:extLst>
      <p:ext uri="{BB962C8B-B14F-4D97-AF65-F5344CB8AC3E}">
        <p14:creationId xmlns:p14="http://schemas.microsoft.com/office/powerpoint/2010/main" val="14811007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r>
              <a:rPr lang="en-US" b="1" dirty="0"/>
              <a:t>Discover:</a:t>
            </a:r>
            <a:r>
              <a:rPr lang="en-US" dirty="0"/>
              <a:t> Understanding user needs and market demands through research and data analysis. Tools: Surveys, interviews, analytics.</a:t>
            </a:r>
          </a:p>
          <a:p>
            <a:r>
              <a:rPr lang="en-US" dirty="0"/>
              <a:t>•</a:t>
            </a:r>
            <a:r>
              <a:rPr lang="en-US" b="1" dirty="0"/>
              <a:t>Define:</a:t>
            </a:r>
            <a:r>
              <a:rPr lang="en-US" dirty="0"/>
              <a:t> Creating a clear project scope and objectives based on user insights. Tools: Personas, journey maps, user stories.</a:t>
            </a:r>
            <a:endParaRPr lang="en-US" dirty="0">
              <a:cs typeface="Calibri"/>
            </a:endParaRPr>
          </a:p>
          <a:p>
            <a:r>
              <a:rPr lang="en-US" dirty="0"/>
              <a:t>•</a:t>
            </a:r>
            <a:r>
              <a:rPr lang="en-US" b="1" dirty="0"/>
              <a:t>Design:</a:t>
            </a:r>
            <a:r>
              <a:rPr lang="en-US" dirty="0"/>
              <a:t> Developing wireframes, prototypes, and UI designs. Tools: Sketch, Figma, Adobe XD.</a:t>
            </a:r>
            <a:endParaRPr lang="en-US" dirty="0">
              <a:cs typeface="Calibri"/>
            </a:endParaRPr>
          </a:p>
          <a:p>
            <a:r>
              <a:rPr lang="en-US" dirty="0"/>
              <a:t>•</a:t>
            </a:r>
            <a:r>
              <a:rPr lang="en-US" b="1" dirty="0"/>
              <a:t>Deliver:</a:t>
            </a:r>
            <a:r>
              <a:rPr lang="en-US" dirty="0"/>
              <a:t> Implementing and testing the final product to ensure usability and satisfaction. Tools: Usability testing, A/B testing, user feedback.</a:t>
            </a:r>
            <a:endParaRPr lang="en-US" dirty="0">
              <a:cs typeface="Calibri"/>
            </a:endParaRPr>
          </a:p>
          <a:p>
            <a:endParaRPr lang="en-US" dirty="0">
              <a:cs typeface="Calibri"/>
            </a:endParaRPr>
          </a:p>
          <a:p>
            <a:r>
              <a:rPr lang="en-US" dirty="0"/>
              <a:t>Pacheco, J.F. (2021). </a:t>
            </a:r>
            <a:r>
              <a:rPr lang="en-US" i="1" dirty="0"/>
              <a:t>Design Thinking the 4D UX methodology</a:t>
            </a:r>
            <a:r>
              <a:rPr lang="en-US" dirty="0"/>
              <a:t>. [online] Juan Fernando Pacheco. Available at: </a:t>
            </a:r>
            <a:r>
              <a:rPr lang="en-US" dirty="0">
                <a:hlinkClick r:id="rId3"/>
              </a:rPr>
              <a:t>https://medium.com/juanpacheco/design-thinking-the-4d-ux-methodology-e621adc3339c</a:t>
            </a:r>
            <a:r>
              <a:rPr lang="en-US" dirty="0"/>
              <a:t> </a:t>
            </a:r>
            <a:endParaRPr lang="en-US" dirty="0">
              <a:cs typeface="Calibri"/>
            </a:endParaRPr>
          </a:p>
          <a:p>
            <a:endParaRPr lang="en-GB" dirty="0"/>
          </a:p>
        </p:txBody>
      </p:sp>
      <p:sp>
        <p:nvSpPr>
          <p:cNvPr id="4" name="Slide Number Placeholder 3"/>
          <p:cNvSpPr>
            <a:spLocks noGrp="1"/>
          </p:cNvSpPr>
          <p:nvPr>
            <p:ph type="sldNum" sz="quarter" idx="5"/>
          </p:nvPr>
        </p:nvSpPr>
        <p:spPr/>
        <p:txBody>
          <a:bodyPr/>
          <a:lstStyle/>
          <a:p>
            <a:fld id="{54184822-DC4C-4079-9544-59F2780D4939}" type="slidenum">
              <a:rPr lang="en-GB" smtClean="0"/>
              <a:t>18</a:t>
            </a:fld>
            <a:endParaRPr lang="en-GB"/>
          </a:p>
        </p:txBody>
      </p:sp>
    </p:spTree>
    <p:extLst>
      <p:ext uri="{BB962C8B-B14F-4D97-AF65-F5344CB8AC3E}">
        <p14:creationId xmlns:p14="http://schemas.microsoft.com/office/powerpoint/2010/main" val="8203373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The slides shows that you don’t have to follow each and every activity in the process. In agile we only pick some of the activities according to business problems.</a:t>
            </a:r>
            <a:endParaRPr lang="en-US" dirty="0"/>
          </a:p>
          <a:p>
            <a:r>
              <a:rPr lang="en-US" dirty="0">
                <a:hlinkClick r:id="rId3"/>
              </a:rPr>
              <a:t>https://www.toastdesign.co.uk/services/leaflet-designers/</a:t>
            </a:r>
            <a:endParaRPr lang="en-US" dirty="0">
              <a:ea typeface="Calibri" panose="020F0502020204030204"/>
              <a:cs typeface="Calibri" panose="020F0502020204030204"/>
              <a:hlinkClick r:id="rId3"/>
            </a:endParaRPr>
          </a:p>
        </p:txBody>
      </p:sp>
      <p:sp>
        <p:nvSpPr>
          <p:cNvPr id="4" name="Slide Number Placeholder 3"/>
          <p:cNvSpPr>
            <a:spLocks noGrp="1"/>
          </p:cNvSpPr>
          <p:nvPr>
            <p:ph type="sldNum" sz="quarter" idx="5"/>
          </p:nvPr>
        </p:nvSpPr>
        <p:spPr/>
        <p:txBody>
          <a:bodyPr/>
          <a:lstStyle/>
          <a:p>
            <a:fld id="{54184822-DC4C-4079-9544-59F2780D4939}" type="slidenum">
              <a:rPr lang="en-GB" smtClean="0"/>
              <a:t>23</a:t>
            </a:fld>
            <a:endParaRPr lang="en-GB"/>
          </a:p>
        </p:txBody>
      </p:sp>
    </p:spTree>
    <p:extLst>
      <p:ext uri="{BB962C8B-B14F-4D97-AF65-F5344CB8AC3E}">
        <p14:creationId xmlns:p14="http://schemas.microsoft.com/office/powerpoint/2010/main" val="39707651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cs typeface="Calibri"/>
              </a:rPr>
              <a:t>For </a:t>
            </a:r>
            <a:r>
              <a:rPr lang="en-US" dirty="0" err="1">
                <a:cs typeface="Calibri"/>
              </a:rPr>
              <a:t>lecturers:Discuss</a:t>
            </a:r>
            <a:r>
              <a:rPr lang="en-US" dirty="0">
                <a:cs typeface="Calibri"/>
              </a:rPr>
              <a:t> this case study in detail keeping in mind the problem and its solution through UX Strategy</a:t>
            </a:r>
          </a:p>
          <a:p>
            <a:endParaRPr lang="en-GB" dirty="0"/>
          </a:p>
        </p:txBody>
      </p:sp>
      <p:sp>
        <p:nvSpPr>
          <p:cNvPr id="4" name="Slide Number Placeholder 3"/>
          <p:cNvSpPr>
            <a:spLocks noGrp="1"/>
          </p:cNvSpPr>
          <p:nvPr>
            <p:ph type="sldNum" sz="quarter" idx="5"/>
          </p:nvPr>
        </p:nvSpPr>
        <p:spPr/>
        <p:txBody>
          <a:bodyPr/>
          <a:lstStyle/>
          <a:p>
            <a:fld id="{54184822-DC4C-4079-9544-59F2780D4939}" type="slidenum">
              <a:rPr lang="en-GB" smtClean="0"/>
              <a:t>25</a:t>
            </a:fld>
            <a:endParaRPr lang="en-GB"/>
          </a:p>
        </p:txBody>
      </p:sp>
    </p:spTree>
    <p:extLst>
      <p:ext uri="{BB962C8B-B14F-4D97-AF65-F5344CB8AC3E}">
        <p14:creationId xmlns:p14="http://schemas.microsoft.com/office/powerpoint/2010/main" val="37329799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r>
              <a:rPr lang="en-US" b="1" dirty="0"/>
              <a:t>Step 1: User Research and Testing:</a:t>
            </a:r>
            <a:r>
              <a:rPr lang="en-US" dirty="0"/>
              <a:t> Conduct user interviews and surveys to understand pain points. Perform usability testing on the current checkout process to identify specific issues.</a:t>
            </a:r>
          </a:p>
          <a:p>
            <a:r>
              <a:rPr lang="en-US" dirty="0"/>
              <a:t>•</a:t>
            </a:r>
            <a:r>
              <a:rPr lang="en-US" b="1" dirty="0"/>
              <a:t>Step 2: Design and Prototyping:</a:t>
            </a:r>
            <a:r>
              <a:rPr lang="en-US" dirty="0"/>
              <a:t> Create wireframes and prototypes for the new checkout process. Test the prototypes with users to gather feedback and make improvements.</a:t>
            </a:r>
            <a:endParaRPr lang="en-US" dirty="0">
              <a:cs typeface="Calibri"/>
            </a:endParaRPr>
          </a:p>
          <a:p>
            <a:r>
              <a:rPr lang="en-US" dirty="0"/>
              <a:t>•</a:t>
            </a:r>
            <a:r>
              <a:rPr lang="en-US" b="1" dirty="0"/>
              <a:t>Step 3: Development and Integration:</a:t>
            </a:r>
            <a:r>
              <a:rPr lang="en-US" dirty="0"/>
              <a:t> Implement the redesigned checkout process on the website. Ensure the new design is fully responsive and includes necessary trust signals.</a:t>
            </a:r>
            <a:endParaRPr lang="en-US" dirty="0">
              <a:cs typeface="Calibri"/>
            </a:endParaRPr>
          </a:p>
          <a:p>
            <a:r>
              <a:rPr lang="en-US" dirty="0"/>
              <a:t>•</a:t>
            </a:r>
            <a:r>
              <a:rPr lang="en-US" b="1" dirty="0"/>
              <a:t>Step 4: Continuous Monitoring and Optimization:</a:t>
            </a:r>
            <a:r>
              <a:rPr lang="en-US" dirty="0"/>
              <a:t> Monitor user behavior and feedback post-implementation. Continuously make adjustments based on data and user feedback to improve the checkout experience.</a:t>
            </a:r>
            <a:endParaRPr lang="en-US" dirty="0">
              <a:cs typeface="Calibri"/>
            </a:endParaRPr>
          </a:p>
          <a:p>
            <a:endParaRPr lang="en-GB" dirty="0"/>
          </a:p>
        </p:txBody>
      </p:sp>
      <p:sp>
        <p:nvSpPr>
          <p:cNvPr id="4" name="Slide Number Placeholder 3"/>
          <p:cNvSpPr>
            <a:spLocks noGrp="1"/>
          </p:cNvSpPr>
          <p:nvPr>
            <p:ph type="sldNum" sz="quarter" idx="5"/>
          </p:nvPr>
        </p:nvSpPr>
        <p:spPr/>
        <p:txBody>
          <a:bodyPr/>
          <a:lstStyle/>
          <a:p>
            <a:fld id="{54184822-DC4C-4079-9544-59F2780D4939}" type="slidenum">
              <a:rPr lang="en-GB" smtClean="0"/>
              <a:t>29</a:t>
            </a:fld>
            <a:endParaRPr lang="en-GB"/>
          </a:p>
        </p:txBody>
      </p:sp>
    </p:spTree>
    <p:extLst>
      <p:ext uri="{BB962C8B-B14F-4D97-AF65-F5344CB8AC3E}">
        <p14:creationId xmlns:p14="http://schemas.microsoft.com/office/powerpoint/2010/main" val="16567258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28650" lvl="1" indent="-171450">
              <a:lnSpc>
                <a:spcPct val="150000"/>
              </a:lnSpc>
              <a:spcBef>
                <a:spcPts val="500"/>
              </a:spcBef>
              <a:buFont typeface="Courier New,monospace"/>
              <a:buChar char="o"/>
            </a:pPr>
            <a:r>
              <a:rPr lang="en-US" dirty="0"/>
              <a:t>User Research: Conducted extensive user research including surveys, interviews, and usability testing to identify pain points.</a:t>
            </a:r>
          </a:p>
          <a:p>
            <a:pPr marL="628650" lvl="1" indent="-171450">
              <a:lnSpc>
                <a:spcPct val="150000"/>
              </a:lnSpc>
              <a:spcBef>
                <a:spcPts val="500"/>
              </a:spcBef>
              <a:buFont typeface="Courier New,monospace"/>
              <a:buChar char="o"/>
            </a:pPr>
            <a:r>
              <a:rPr lang="en-US" dirty="0"/>
              <a:t> Persona Development: Developed detailed personas representing key user groups to better understand their needs and preferences. </a:t>
            </a:r>
          </a:p>
          <a:p>
            <a:pPr marL="628650" lvl="1" indent="-171450">
              <a:lnSpc>
                <a:spcPct val="150000"/>
              </a:lnSpc>
              <a:spcBef>
                <a:spcPts val="500"/>
              </a:spcBef>
              <a:buFont typeface="Courier New,monospace"/>
              <a:buChar char="o"/>
            </a:pPr>
            <a:r>
              <a:rPr lang="en-US" dirty="0"/>
              <a:t>Journey Mapping: Created detailed customer journey maps to visualize the user experience and identify critical touchpoints. </a:t>
            </a:r>
          </a:p>
          <a:p>
            <a:pPr marL="628650" lvl="1" indent="-171450">
              <a:lnSpc>
                <a:spcPct val="150000"/>
              </a:lnSpc>
              <a:spcBef>
                <a:spcPts val="500"/>
              </a:spcBef>
              <a:buFont typeface="Courier New,monospace"/>
              <a:buChar char="o"/>
            </a:pPr>
            <a:r>
              <a:rPr lang="en-US" dirty="0"/>
              <a:t>Wireframing and Prototyping: Designed and tested multiple wireframes and prototypes to simplify the navigation and streamline the checkout process. </a:t>
            </a:r>
          </a:p>
          <a:p>
            <a:pPr marL="628650" lvl="1" indent="-171450">
              <a:lnSpc>
                <a:spcPct val="150000"/>
              </a:lnSpc>
              <a:spcBef>
                <a:spcPts val="500"/>
              </a:spcBef>
              <a:buFont typeface="Courier New,monospace"/>
              <a:buChar char="o"/>
            </a:pPr>
            <a:r>
              <a:rPr lang="en-US" dirty="0"/>
              <a:t>Usability Testing: Continuously tested the new designs with real users to ensure improvements were effective.</a:t>
            </a:r>
          </a:p>
          <a:p>
            <a:endParaRPr lang="en-GB" dirty="0"/>
          </a:p>
        </p:txBody>
      </p:sp>
      <p:sp>
        <p:nvSpPr>
          <p:cNvPr id="4" name="Slide Number Placeholder 3"/>
          <p:cNvSpPr>
            <a:spLocks noGrp="1"/>
          </p:cNvSpPr>
          <p:nvPr>
            <p:ph type="sldNum" sz="quarter" idx="5"/>
          </p:nvPr>
        </p:nvSpPr>
        <p:spPr/>
        <p:txBody>
          <a:bodyPr/>
          <a:lstStyle/>
          <a:p>
            <a:fld id="{54184822-DC4C-4079-9544-59F2780D4939}" type="slidenum">
              <a:rPr lang="en-GB" smtClean="0"/>
              <a:t>33</a:t>
            </a:fld>
            <a:endParaRPr lang="en-GB"/>
          </a:p>
        </p:txBody>
      </p:sp>
    </p:spTree>
    <p:extLst>
      <p:ext uri="{BB962C8B-B14F-4D97-AF65-F5344CB8AC3E}">
        <p14:creationId xmlns:p14="http://schemas.microsoft.com/office/powerpoint/2010/main" val="1816651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28650" lvl="1" indent="-171450">
              <a:lnSpc>
                <a:spcPct val="150000"/>
              </a:lnSpc>
              <a:spcBef>
                <a:spcPts val="500"/>
              </a:spcBef>
              <a:buFont typeface="Courier New,monospace"/>
              <a:buChar char="o"/>
            </a:pPr>
            <a:r>
              <a:rPr lang="en-US" dirty="0"/>
              <a:t>User Research: Conducted extensive user research including surveys, interviews, and usability testing to identify pain points.</a:t>
            </a:r>
          </a:p>
          <a:p>
            <a:pPr marL="628650" lvl="1" indent="-171450">
              <a:lnSpc>
                <a:spcPct val="150000"/>
              </a:lnSpc>
              <a:spcBef>
                <a:spcPts val="500"/>
              </a:spcBef>
              <a:buFont typeface="Courier New,monospace"/>
              <a:buChar char="o"/>
            </a:pPr>
            <a:r>
              <a:rPr lang="en-US" dirty="0"/>
              <a:t> Persona Development: Developed detailed personas representing key user groups to better understand their needs and preferences. </a:t>
            </a:r>
          </a:p>
          <a:p>
            <a:pPr marL="628650" lvl="1" indent="-171450">
              <a:lnSpc>
                <a:spcPct val="150000"/>
              </a:lnSpc>
              <a:spcBef>
                <a:spcPts val="500"/>
              </a:spcBef>
              <a:buFont typeface="Courier New,monospace"/>
              <a:buChar char="o"/>
            </a:pPr>
            <a:r>
              <a:rPr lang="en-US" dirty="0"/>
              <a:t>Journey Mapping: Created detailed customer journey maps to visualize the user experience and identify critical touchpoints. </a:t>
            </a:r>
          </a:p>
          <a:p>
            <a:pPr marL="628650" lvl="1" indent="-171450">
              <a:lnSpc>
                <a:spcPct val="150000"/>
              </a:lnSpc>
              <a:spcBef>
                <a:spcPts val="500"/>
              </a:spcBef>
              <a:buFont typeface="Courier New,monospace"/>
              <a:buChar char="o"/>
            </a:pPr>
            <a:r>
              <a:rPr lang="en-US" dirty="0"/>
              <a:t>Wireframing and Prototyping: Designed and tested multiple wireframes and prototypes to simplify the navigation and streamline the checkout process. </a:t>
            </a:r>
          </a:p>
          <a:p>
            <a:pPr marL="628650" lvl="1" indent="-171450">
              <a:lnSpc>
                <a:spcPct val="150000"/>
              </a:lnSpc>
              <a:spcBef>
                <a:spcPts val="500"/>
              </a:spcBef>
              <a:buFont typeface="Courier New,monospace"/>
              <a:buChar char="o"/>
            </a:pPr>
            <a:r>
              <a:rPr lang="en-US" dirty="0"/>
              <a:t>Usability Testing: Continuously tested the new designs with real users to ensure improvements were effective.</a:t>
            </a:r>
          </a:p>
          <a:p>
            <a:pPr>
              <a:lnSpc>
                <a:spcPct val="150000"/>
              </a:lnSpc>
              <a:spcBef>
                <a:spcPts val="1000"/>
              </a:spcBef>
            </a:pPr>
            <a:endParaRPr lang="en-US" dirty="0"/>
          </a:p>
          <a:p>
            <a:endParaRPr lang="en-US" dirty="0">
              <a:cs typeface="Calibri"/>
            </a:endParaRPr>
          </a:p>
          <a:p>
            <a:endParaRPr lang="en-GB" dirty="0"/>
          </a:p>
        </p:txBody>
      </p:sp>
      <p:sp>
        <p:nvSpPr>
          <p:cNvPr id="4" name="Slide Number Placeholder 3"/>
          <p:cNvSpPr>
            <a:spLocks noGrp="1"/>
          </p:cNvSpPr>
          <p:nvPr>
            <p:ph type="sldNum" sz="quarter" idx="5"/>
          </p:nvPr>
        </p:nvSpPr>
        <p:spPr/>
        <p:txBody>
          <a:bodyPr/>
          <a:lstStyle/>
          <a:p>
            <a:fld id="{54184822-DC4C-4079-9544-59F2780D4939}" type="slidenum">
              <a:rPr lang="en-GB" smtClean="0"/>
              <a:t>34</a:t>
            </a:fld>
            <a:endParaRPr lang="en-GB"/>
          </a:p>
        </p:txBody>
      </p:sp>
    </p:spTree>
    <p:extLst>
      <p:ext uri="{BB962C8B-B14F-4D97-AF65-F5344CB8AC3E}">
        <p14:creationId xmlns:p14="http://schemas.microsoft.com/office/powerpoint/2010/main" val="38875170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28650" lvl="1" indent="-171450">
              <a:lnSpc>
                <a:spcPct val="150000"/>
              </a:lnSpc>
              <a:spcBef>
                <a:spcPts val="500"/>
              </a:spcBef>
              <a:buFont typeface="Courier New,monospace"/>
              <a:buChar char="o"/>
            </a:pPr>
            <a:r>
              <a:rPr lang="en-US" dirty="0"/>
              <a:t>User Research: Conducted extensive user research including surveys, interviews, and usability testing to identify pain points.</a:t>
            </a:r>
          </a:p>
          <a:p>
            <a:pPr marL="628650" lvl="1" indent="-171450">
              <a:lnSpc>
                <a:spcPct val="150000"/>
              </a:lnSpc>
              <a:spcBef>
                <a:spcPts val="500"/>
              </a:spcBef>
              <a:buFont typeface="Courier New,monospace"/>
              <a:buChar char="o"/>
            </a:pPr>
            <a:r>
              <a:rPr lang="en-US" dirty="0"/>
              <a:t> Persona Development: Developed detailed personas representing key user groups to better understand their needs and preferences. </a:t>
            </a:r>
          </a:p>
          <a:p>
            <a:pPr marL="628650" lvl="1" indent="-171450">
              <a:lnSpc>
                <a:spcPct val="150000"/>
              </a:lnSpc>
              <a:spcBef>
                <a:spcPts val="500"/>
              </a:spcBef>
              <a:buFont typeface="Courier New,monospace"/>
              <a:buChar char="o"/>
            </a:pPr>
            <a:r>
              <a:rPr lang="en-US" dirty="0"/>
              <a:t>Journey Mapping: Created detailed customer journey maps to visualize the user experience and identify critical touchpoints. </a:t>
            </a:r>
          </a:p>
          <a:p>
            <a:pPr marL="628650" lvl="1" indent="-171450">
              <a:lnSpc>
                <a:spcPct val="150000"/>
              </a:lnSpc>
              <a:spcBef>
                <a:spcPts val="500"/>
              </a:spcBef>
              <a:buFont typeface="Courier New,monospace"/>
              <a:buChar char="o"/>
            </a:pPr>
            <a:r>
              <a:rPr lang="en-US" dirty="0"/>
              <a:t>Wireframing and Prototyping: Designed and tested multiple wireframes and prototypes to simplify the navigation and streamline the checkout process. </a:t>
            </a:r>
          </a:p>
          <a:p>
            <a:pPr marL="628650" lvl="1" indent="-171450">
              <a:lnSpc>
                <a:spcPct val="150000"/>
              </a:lnSpc>
              <a:spcBef>
                <a:spcPts val="500"/>
              </a:spcBef>
              <a:buFont typeface="Courier New,monospace"/>
              <a:buChar char="o"/>
            </a:pPr>
            <a:r>
              <a:rPr lang="en-US" dirty="0"/>
              <a:t>Usability Testing: Continuously tested the new designs with real users to ensure improvements were effective.</a:t>
            </a:r>
          </a:p>
          <a:p>
            <a:endParaRPr lang="en-GB" dirty="0"/>
          </a:p>
        </p:txBody>
      </p:sp>
      <p:sp>
        <p:nvSpPr>
          <p:cNvPr id="4" name="Slide Number Placeholder 3"/>
          <p:cNvSpPr>
            <a:spLocks noGrp="1"/>
          </p:cNvSpPr>
          <p:nvPr>
            <p:ph type="sldNum" sz="quarter" idx="5"/>
          </p:nvPr>
        </p:nvSpPr>
        <p:spPr/>
        <p:txBody>
          <a:bodyPr/>
          <a:lstStyle/>
          <a:p>
            <a:fld id="{54184822-DC4C-4079-9544-59F2780D4939}" type="slidenum">
              <a:rPr lang="en-GB" smtClean="0"/>
              <a:t>35</a:t>
            </a:fld>
            <a:endParaRPr lang="en-GB"/>
          </a:p>
        </p:txBody>
      </p:sp>
    </p:spTree>
    <p:extLst>
      <p:ext uri="{BB962C8B-B14F-4D97-AF65-F5344CB8AC3E}">
        <p14:creationId xmlns:p14="http://schemas.microsoft.com/office/powerpoint/2010/main" val="25139056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5 mins </a:t>
            </a:r>
            <a:r>
              <a:rPr lang="en-US" dirty="0" err="1">
                <a:cs typeface="Calibri"/>
              </a:rPr>
              <a:t>padlet</a:t>
            </a:r>
            <a:r>
              <a:rPr lang="en-US" dirty="0">
                <a:cs typeface="Calibri"/>
              </a:rPr>
              <a:t> and breakout room setup</a:t>
            </a:r>
          </a:p>
          <a:p>
            <a:r>
              <a:rPr lang="en-US" dirty="0">
                <a:cs typeface="Calibri"/>
              </a:rPr>
              <a:t>30 mins group discussion</a:t>
            </a:r>
          </a:p>
          <a:p>
            <a:r>
              <a:rPr lang="en-US" dirty="0">
                <a:cs typeface="Calibri"/>
              </a:rPr>
              <a:t>10 min Q/A takeaway discussion</a:t>
            </a:r>
          </a:p>
          <a:p>
            <a:endParaRPr lang="en-GB" dirty="0"/>
          </a:p>
        </p:txBody>
      </p:sp>
      <p:sp>
        <p:nvSpPr>
          <p:cNvPr id="4" name="Slide Number Placeholder 3"/>
          <p:cNvSpPr>
            <a:spLocks noGrp="1"/>
          </p:cNvSpPr>
          <p:nvPr>
            <p:ph type="sldNum" sz="quarter" idx="5"/>
          </p:nvPr>
        </p:nvSpPr>
        <p:spPr/>
        <p:txBody>
          <a:bodyPr/>
          <a:lstStyle/>
          <a:p>
            <a:fld id="{54184822-DC4C-4079-9544-59F2780D4939}" type="slidenum">
              <a:rPr lang="en-GB" smtClean="0"/>
              <a:t>36</a:t>
            </a:fld>
            <a:endParaRPr lang="en-GB"/>
          </a:p>
        </p:txBody>
      </p:sp>
    </p:spTree>
    <p:extLst>
      <p:ext uri="{BB962C8B-B14F-4D97-AF65-F5344CB8AC3E}">
        <p14:creationId xmlns:p14="http://schemas.microsoft.com/office/powerpoint/2010/main" val="31365770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5 mins </a:t>
            </a:r>
            <a:r>
              <a:rPr lang="en-US" dirty="0" err="1">
                <a:cs typeface="Calibri"/>
              </a:rPr>
              <a:t>padlet</a:t>
            </a:r>
            <a:r>
              <a:rPr lang="en-US" dirty="0">
                <a:cs typeface="Calibri"/>
              </a:rPr>
              <a:t> and breakout room setup</a:t>
            </a:r>
          </a:p>
          <a:p>
            <a:r>
              <a:rPr lang="en-US" dirty="0">
                <a:cs typeface="Calibri"/>
              </a:rPr>
              <a:t>30 mins group discussion</a:t>
            </a:r>
          </a:p>
          <a:p>
            <a:r>
              <a:rPr lang="en-US" dirty="0">
                <a:cs typeface="Calibri"/>
              </a:rPr>
              <a:t>10 min Q/A takeaway discussion</a:t>
            </a:r>
          </a:p>
        </p:txBody>
      </p:sp>
      <p:sp>
        <p:nvSpPr>
          <p:cNvPr id="4" name="Slide Number Placeholder 3"/>
          <p:cNvSpPr>
            <a:spLocks noGrp="1"/>
          </p:cNvSpPr>
          <p:nvPr>
            <p:ph type="sldNum" sz="quarter" idx="5"/>
          </p:nvPr>
        </p:nvSpPr>
        <p:spPr/>
        <p:txBody>
          <a:bodyPr/>
          <a:lstStyle/>
          <a:p>
            <a:fld id="{54184822-DC4C-4079-9544-59F2780D4939}" type="slidenum">
              <a:rPr lang="en-GB" smtClean="0"/>
              <a:t>37</a:t>
            </a:fld>
            <a:endParaRPr lang="en-GB"/>
          </a:p>
        </p:txBody>
      </p:sp>
    </p:spTree>
    <p:extLst>
      <p:ext uri="{BB962C8B-B14F-4D97-AF65-F5344CB8AC3E}">
        <p14:creationId xmlns:p14="http://schemas.microsoft.com/office/powerpoint/2010/main" val="8888817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Note for lecturer: </a:t>
            </a:r>
            <a:br>
              <a:rPr lang="en-US" dirty="0">
                <a:cs typeface="+mn-lt"/>
              </a:rPr>
            </a:br>
            <a:r>
              <a:rPr lang="en-US" dirty="0">
                <a:cs typeface="Calibri"/>
              </a:rPr>
              <a:t>1. Sign in or create an account on Padlet.com using your QA Account. </a:t>
            </a:r>
            <a:br>
              <a:rPr lang="en-US" dirty="0">
                <a:cs typeface="+mn-lt"/>
              </a:rPr>
            </a:br>
            <a:r>
              <a:rPr lang="en-US" dirty="0">
                <a:cs typeface="Calibri"/>
              </a:rPr>
              <a:t>2. Once you are signed in, click on the following link, </a:t>
            </a:r>
            <a:r>
              <a:rPr lang="en-US" dirty="0">
                <a:hlinkClick r:id="rId3"/>
              </a:rPr>
              <a:t>https://padlet.com/eleanor_walker/remake-link/8wOpvYk4lW5mz6AY</a:t>
            </a:r>
            <a:r>
              <a:rPr lang="en-US" dirty="0"/>
              <a:t> </a:t>
            </a:r>
            <a:r>
              <a:rPr lang="en-US" dirty="0">
                <a:cs typeface="Calibri"/>
              </a:rPr>
              <a:t>(DO NO SHARE THIS LINK WITH STUDENTS).</a:t>
            </a:r>
            <a:r>
              <a:rPr lang="en-US" dirty="0"/>
              <a:t> This link will automatically create a duplicate of a 4D group work board for you. </a:t>
            </a:r>
            <a:br>
              <a:rPr lang="en-US" dirty="0">
                <a:cs typeface="+mn-lt"/>
              </a:rPr>
            </a:br>
            <a:r>
              <a:rPr lang="en-US" dirty="0">
                <a:cs typeface="Calibri"/>
              </a:rPr>
              <a:t>3. Then, get the sharing link to your newly created duplicate board and when in class, share this with the students in the chat box before they go into their breakout sessions. </a:t>
            </a:r>
            <a:endParaRPr lang="en-US" dirty="0"/>
          </a:p>
          <a:p>
            <a:r>
              <a:rPr lang="en-US" dirty="0">
                <a:ea typeface="Calibri"/>
                <a:cs typeface="Calibri"/>
              </a:rPr>
              <a:t>4.</a:t>
            </a:r>
            <a:r>
              <a:rPr lang="en-US" dirty="0">
                <a:cs typeface="Calibri"/>
              </a:rPr>
              <a:t> Follow up with 10 minutes whole class feedback, sharing the Padlet board on screen. </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54184822-DC4C-4079-9544-59F2780D4939}" type="slidenum">
              <a:rPr lang="en-GB" smtClean="0"/>
              <a:t>38</a:t>
            </a:fld>
            <a:endParaRPr lang="en-GB"/>
          </a:p>
        </p:txBody>
      </p:sp>
    </p:spTree>
    <p:extLst>
      <p:ext uri="{BB962C8B-B14F-4D97-AF65-F5344CB8AC3E}">
        <p14:creationId xmlns:p14="http://schemas.microsoft.com/office/powerpoint/2010/main" val="35535842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rgbClr val="FF6600"/>
                </a:solidFill>
                <a:ea typeface="Geneva"/>
                <a:cs typeface="Calibri"/>
              </a:rPr>
              <a:t>These are the outcomes lecturer can show as result of </a:t>
            </a:r>
            <a:r>
              <a:rPr lang="en-US" dirty="0" err="1">
                <a:solidFill>
                  <a:srgbClr val="FF6600"/>
                </a:solidFill>
                <a:ea typeface="Geneva"/>
                <a:cs typeface="Calibri"/>
              </a:rPr>
              <a:t>padlet</a:t>
            </a:r>
            <a:r>
              <a:rPr lang="en-US" dirty="0">
                <a:solidFill>
                  <a:srgbClr val="FF6600"/>
                </a:solidFill>
                <a:ea typeface="Geneva"/>
                <a:cs typeface="Calibri"/>
              </a:rPr>
              <a:t> activity.</a:t>
            </a:r>
            <a:endParaRPr lang="en-US" dirty="0">
              <a:solidFill>
                <a:srgbClr val="FF6600"/>
              </a:solidFill>
              <a:ea typeface="Geneva"/>
              <a:cs typeface="Geneva"/>
            </a:endParaRPr>
          </a:p>
        </p:txBody>
      </p:sp>
      <p:sp>
        <p:nvSpPr>
          <p:cNvPr id="4" name="Slide Number Placeholder 3"/>
          <p:cNvSpPr>
            <a:spLocks noGrp="1"/>
          </p:cNvSpPr>
          <p:nvPr>
            <p:ph type="sldNum" sz="quarter" idx="5"/>
          </p:nvPr>
        </p:nvSpPr>
        <p:spPr/>
        <p:txBody>
          <a:bodyPr/>
          <a:lstStyle/>
          <a:p>
            <a:fld id="{54184822-DC4C-4079-9544-59F2780D4939}" type="slidenum">
              <a:rPr lang="en-GB" smtClean="0"/>
              <a:t>39</a:t>
            </a:fld>
            <a:endParaRPr lang="en-GB"/>
          </a:p>
        </p:txBody>
      </p:sp>
    </p:spTree>
    <p:extLst>
      <p:ext uri="{BB962C8B-B14F-4D97-AF65-F5344CB8AC3E}">
        <p14:creationId xmlns:p14="http://schemas.microsoft.com/office/powerpoint/2010/main" val="232854621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E11F1C"/>
        </a:soli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B79F4BC5-362E-4942-AE1F-1F832371A875}"/>
              </a:ext>
            </a:extLst>
          </p:cNvPr>
          <p:cNvSpPr txBox="1"/>
          <p:nvPr userDrawn="1"/>
        </p:nvSpPr>
        <p:spPr>
          <a:xfrm>
            <a:off x="586597" y="4816234"/>
            <a:ext cx="3885086" cy="390157"/>
          </a:xfrm>
          <a:prstGeom prst="rect">
            <a:avLst/>
          </a:prstGeom>
        </p:spPr>
        <p:txBody>
          <a:bodyPr vert="horz" wrap="square" lIns="0" tIns="0" rIns="0" bIns="0" rtlCol="0" anchor="t" anchorCtr="0">
            <a:normAutofit/>
          </a:bodyPr>
          <a:lstStyle/>
          <a:p>
            <a:pPr algn="l"/>
            <a:r>
              <a:rPr lang="en-GB" sz="1800" b="1" dirty="0">
                <a:solidFill>
                  <a:srgbClr val="FEF6F0"/>
                </a:solidFill>
                <a:latin typeface="Arial" panose="020B0604020202020204" pitchFamily="34" charset="0"/>
                <a:cs typeface="Arial" panose="020B0604020202020204" pitchFamily="34" charset="0"/>
              </a:rPr>
              <a:t>qahighereducation.com</a:t>
            </a:r>
          </a:p>
        </p:txBody>
      </p:sp>
      <p:sp>
        <p:nvSpPr>
          <p:cNvPr id="13" name="Title 12">
            <a:extLst>
              <a:ext uri="{FF2B5EF4-FFF2-40B4-BE49-F238E27FC236}">
                <a16:creationId xmlns:a16="http://schemas.microsoft.com/office/drawing/2014/main" id="{A9698A62-F5AA-4D74-98E6-57AB6EFF50C8}"/>
              </a:ext>
            </a:extLst>
          </p:cNvPr>
          <p:cNvSpPr>
            <a:spLocks noGrp="1"/>
          </p:cNvSpPr>
          <p:nvPr>
            <p:ph type="title" hasCustomPrompt="1"/>
          </p:nvPr>
        </p:nvSpPr>
        <p:spPr>
          <a:xfrm>
            <a:off x="478796" y="2727339"/>
            <a:ext cx="11160753" cy="759600"/>
          </a:xfrm>
        </p:spPr>
        <p:txBody>
          <a:bodyPr anchor="ctr">
            <a:noAutofit/>
          </a:bodyPr>
          <a:lstStyle>
            <a:lvl1pPr>
              <a:defRPr lang="en-GB" sz="5600" cap="none" baseline="0">
                <a:solidFill>
                  <a:srgbClr val="FEF6F0"/>
                </a:solidFill>
              </a:defRPr>
            </a:lvl1pPr>
          </a:lstStyle>
          <a:p>
            <a:pPr marL="0" lvl="0"/>
            <a:r>
              <a:rPr lang="en-US" dirty="0"/>
              <a:t>Click to add title</a:t>
            </a:r>
            <a:endParaRPr lang="en-GB" dirty="0"/>
          </a:p>
        </p:txBody>
      </p:sp>
      <p:sp>
        <p:nvSpPr>
          <p:cNvPr id="16" name="Text Placeholder 15">
            <a:extLst>
              <a:ext uri="{FF2B5EF4-FFF2-40B4-BE49-F238E27FC236}">
                <a16:creationId xmlns:a16="http://schemas.microsoft.com/office/drawing/2014/main" id="{6349BDDA-1774-4338-B3DF-330260872D1C}"/>
              </a:ext>
            </a:extLst>
          </p:cNvPr>
          <p:cNvSpPr>
            <a:spLocks noGrp="1"/>
          </p:cNvSpPr>
          <p:nvPr>
            <p:ph type="body" sz="quarter" idx="10" hasCustomPrompt="1"/>
          </p:nvPr>
        </p:nvSpPr>
        <p:spPr>
          <a:xfrm>
            <a:off x="504000" y="3491758"/>
            <a:ext cx="11160752" cy="547200"/>
          </a:xfrm>
        </p:spPr>
        <p:txBody>
          <a:bodyPr>
            <a:normAutofit/>
          </a:bodyPr>
          <a:lstStyle>
            <a:lvl1pPr algn="l">
              <a:defRPr lang="en-GB" sz="2400" b="1" dirty="0">
                <a:solidFill>
                  <a:schemeClr val="bg1"/>
                </a:solidFill>
              </a:defRPr>
            </a:lvl1pPr>
          </a:lstStyle>
          <a:p>
            <a:pPr marL="0" lvl="0" indent="0">
              <a:buNone/>
            </a:pPr>
            <a:r>
              <a:rPr lang="en-GB" dirty="0"/>
              <a:t>Click to add subtitle</a:t>
            </a:r>
          </a:p>
        </p:txBody>
      </p:sp>
      <p:pic>
        <p:nvPicPr>
          <p:cNvPr id="3" name="Picture 2">
            <a:extLst>
              <a:ext uri="{FF2B5EF4-FFF2-40B4-BE49-F238E27FC236}">
                <a16:creationId xmlns:a16="http://schemas.microsoft.com/office/drawing/2014/main" id="{255A1543-A13A-4CCB-9397-558DE2B66B4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19553" y="517537"/>
            <a:ext cx="3249177" cy="671291"/>
          </a:xfrm>
          <a:prstGeom prst="rect">
            <a:avLst/>
          </a:prstGeom>
        </p:spPr>
      </p:pic>
    </p:spTree>
    <p:extLst>
      <p:ext uri="{BB962C8B-B14F-4D97-AF65-F5344CB8AC3E}">
        <p14:creationId xmlns:p14="http://schemas.microsoft.com/office/powerpoint/2010/main" val="2858636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_and_Content">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BEAD1B3B-6002-4B6D-957F-8458DA7E7DF8}"/>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0413" t="25418" r="10290" b="14375"/>
          <a:stretch/>
        </p:blipFill>
        <p:spPr>
          <a:xfrm>
            <a:off x="169739" y="350038"/>
            <a:ext cx="2710347" cy="628625"/>
          </a:xfrm>
          <a:prstGeom prst="rect">
            <a:avLst/>
          </a:prstGeom>
        </p:spPr>
      </p:pic>
      <p:sp>
        <p:nvSpPr>
          <p:cNvPr id="2" name="Title 1"/>
          <p:cNvSpPr>
            <a:spLocks noGrp="1"/>
          </p:cNvSpPr>
          <p:nvPr>
            <p:ph type="title"/>
          </p:nvPr>
        </p:nvSpPr>
        <p:spPr>
          <a:xfrm>
            <a:off x="3296220" y="162000"/>
            <a:ext cx="8607406" cy="759600"/>
          </a:xfrm>
          <a:prstGeom prst="rect">
            <a:avLst/>
          </a:prstGeom>
        </p:spPr>
        <p:txBody>
          <a:bodyPr anchor="b">
            <a:normAutofit/>
          </a:bodyPr>
          <a:lstStyle>
            <a:lvl1pPr>
              <a:defRPr sz="3200" b="1">
                <a:solidFill>
                  <a:srgbClr val="063532"/>
                </a:solidFill>
                <a:latin typeface="Arial" panose="020B0604020202020204" pitchFamily="34" charset="0"/>
                <a:cs typeface="Arial" panose="020B0604020202020204" pitchFamily="34" charset="0"/>
              </a:defRPr>
            </a:lvl1pPr>
          </a:lstStyle>
          <a:p>
            <a:r>
              <a:rPr lang="en-US" dirty="0"/>
              <a:t>Click to edit Master title style</a:t>
            </a:r>
            <a:endParaRPr lang="en-GB" dirty="0"/>
          </a:p>
        </p:txBody>
      </p:sp>
      <p:sp>
        <p:nvSpPr>
          <p:cNvPr id="3" name="Content Placeholder 2"/>
          <p:cNvSpPr>
            <a:spLocks noGrp="1"/>
          </p:cNvSpPr>
          <p:nvPr>
            <p:ph idx="1" hasCustomPrompt="1"/>
          </p:nvPr>
        </p:nvSpPr>
        <p:spPr>
          <a:xfrm>
            <a:off x="478800" y="1249200"/>
            <a:ext cx="10875600" cy="5144400"/>
          </a:xfrm>
          <a:prstGeom prst="rect">
            <a:avLst/>
          </a:prstGeom>
        </p:spPr>
        <p:txBody>
          <a:bodyPr>
            <a:normAutofit/>
          </a:bodyPr>
          <a:lstStyle>
            <a:lvl1pPr marL="228600" indent="-228600" algn="l" defTabSz="914400" rtl="0" eaLnBrk="1" latinLnBrk="0" hangingPunct="1">
              <a:lnSpc>
                <a:spcPct val="150000"/>
              </a:lnSpc>
              <a:buFont typeface="Arial" panose="020B0604020202020204" pitchFamily="34" charset="0"/>
              <a:buChar char="•"/>
              <a:defRPr lang="en-US" sz="2400" b="0" i="0" kern="1200" dirty="0" smtClean="0">
                <a:solidFill>
                  <a:srgbClr val="06353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50000"/>
              </a:lnSpc>
              <a:buFont typeface="Arial" panose="020B0604020202020204" pitchFamily="34" charset="0"/>
              <a:buChar char="•"/>
              <a:defRPr lang="en-US" sz="2200" b="0" i="0" kern="1200" dirty="0" smtClean="0">
                <a:solidFill>
                  <a:srgbClr val="06353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50000"/>
              </a:lnSpc>
              <a:buFont typeface="Arial" panose="020B0604020202020204" pitchFamily="34" charset="0"/>
              <a:buChar char="•"/>
              <a:defRPr lang="en-US" sz="2200" b="0" i="0" kern="1200" dirty="0" smtClean="0">
                <a:solidFill>
                  <a:srgbClr val="06353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50000"/>
              </a:lnSpc>
              <a:buFont typeface="Arial" panose="020B0604020202020204" pitchFamily="34" charset="0"/>
              <a:buChar char="•"/>
              <a:defRPr lang="en-US" sz="2200" b="0" i="0" kern="1200" dirty="0" smtClean="0">
                <a:solidFill>
                  <a:srgbClr val="06353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50000"/>
              </a:lnSpc>
              <a:buFont typeface="Arial" panose="020B0604020202020204" pitchFamily="34" charset="0"/>
              <a:buChar char="•"/>
              <a:defRPr lang="en-US" sz="2200" b="0" i="0" kern="1200" dirty="0">
                <a:solidFill>
                  <a:srgbClr val="063532"/>
                </a:solidFill>
                <a:latin typeface="Arial" panose="020B0604020202020204" pitchFamily="34" charset="0"/>
                <a:ea typeface="+mn-ea"/>
                <a:cs typeface="Arial" panose="020B0604020202020204" pitchFamily="34" charset="0"/>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06B0BE7-D16B-4D34-B974-71265B7FFB65}" type="datetimeFigureOut">
              <a:rPr lang="en-GB" smtClean="0"/>
              <a:t>21/06/2024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29EBE78-CE6B-4E09-842D-3085BE8AA51D}" type="slidenum">
              <a:rPr lang="en-GB" smtClean="0"/>
              <a:t>‹#›</a:t>
            </a:fld>
            <a:endParaRPr lang="en-GB"/>
          </a:p>
        </p:txBody>
      </p:sp>
      <p:sp>
        <p:nvSpPr>
          <p:cNvPr id="11" name="Rectangle 10">
            <a:extLst>
              <a:ext uri="{FF2B5EF4-FFF2-40B4-BE49-F238E27FC236}">
                <a16:creationId xmlns:a16="http://schemas.microsoft.com/office/drawing/2014/main" id="{D31FCA7B-50DF-4488-B2F7-D3356F815718}"/>
              </a:ext>
            </a:extLst>
          </p:cNvPr>
          <p:cNvSpPr/>
          <p:nvPr userDrawn="1"/>
        </p:nvSpPr>
        <p:spPr>
          <a:xfrm>
            <a:off x="3016650" y="350038"/>
            <a:ext cx="45720" cy="572161"/>
          </a:xfrm>
          <a:prstGeom prst="rect">
            <a:avLst/>
          </a:prstGeom>
          <a:solidFill>
            <a:srgbClr val="E11F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800561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_Content_1">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78800" y="1248601"/>
            <a:ext cx="5181600" cy="5144999"/>
          </a:xfrm>
          <a:prstGeom prst="rect">
            <a:avLst/>
          </a:prstGeom>
        </p:spPr>
        <p:txBody>
          <a:bodyPr/>
          <a:lstStyle>
            <a:lvl1pPr>
              <a:defRPr sz="2400"/>
            </a:lvl1pPr>
            <a:lvl2pPr>
              <a:defRPr sz="2200"/>
            </a:lvl2pPr>
            <a:lvl3pPr>
              <a:defRPr sz="2200"/>
            </a:lvl3pPr>
            <a:lvl4pPr>
              <a:defRPr sz="2200"/>
            </a:lvl4pPr>
            <a:lvl5pPr>
              <a:defRPr sz="2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6172200" y="1248601"/>
            <a:ext cx="5181600" cy="5144999"/>
          </a:xfrm>
          <a:prstGeom prst="rect">
            <a:avLst/>
          </a:prstGeom>
        </p:spPr>
        <p:txBody>
          <a:bodyPr>
            <a:normAutofit/>
          </a:bodyPr>
          <a:lstStyle>
            <a:lvl1pPr>
              <a:defRPr sz="2400"/>
            </a:lvl1pPr>
            <a:lvl2pPr>
              <a:defRPr sz="2200"/>
            </a:lvl2pPr>
            <a:lvl3pPr>
              <a:defRPr sz="2200"/>
            </a:lvl3pPr>
            <a:lvl4pPr>
              <a:defRPr sz="2200"/>
            </a:lvl4pPr>
            <a:lvl5pPr>
              <a:defRPr sz="2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Date Placeholder 4"/>
          <p:cNvSpPr>
            <a:spLocks noGrp="1"/>
          </p:cNvSpPr>
          <p:nvPr>
            <p:ph type="dt" sz="half" idx="10"/>
          </p:nvPr>
        </p:nvSpPr>
        <p:spPr/>
        <p:txBody>
          <a:bodyPr/>
          <a:lstStyle/>
          <a:p>
            <a:fld id="{B06B0BE7-D16B-4D34-B974-71265B7FFB65}" type="datetimeFigureOut">
              <a:rPr lang="en-GB" smtClean="0"/>
              <a:t>21/06/2024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29EBE78-CE6B-4E09-842D-3085BE8AA51D}" type="slidenum">
              <a:rPr lang="en-GB" smtClean="0"/>
              <a:t>‹#›</a:t>
            </a:fld>
            <a:endParaRPr lang="en-GB"/>
          </a:p>
        </p:txBody>
      </p:sp>
      <p:pic>
        <p:nvPicPr>
          <p:cNvPr id="11" name="Picture 10">
            <a:extLst>
              <a:ext uri="{FF2B5EF4-FFF2-40B4-BE49-F238E27FC236}">
                <a16:creationId xmlns:a16="http://schemas.microsoft.com/office/drawing/2014/main" id="{717D32F0-1E8B-4120-809D-10E8D1B1C689}"/>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0413" t="25418" r="10290" b="14375"/>
          <a:stretch/>
        </p:blipFill>
        <p:spPr>
          <a:xfrm>
            <a:off x="169739" y="350038"/>
            <a:ext cx="2710347" cy="628625"/>
          </a:xfrm>
          <a:prstGeom prst="rect">
            <a:avLst/>
          </a:prstGeom>
        </p:spPr>
      </p:pic>
      <p:sp>
        <p:nvSpPr>
          <p:cNvPr id="12" name="Title 1">
            <a:extLst>
              <a:ext uri="{FF2B5EF4-FFF2-40B4-BE49-F238E27FC236}">
                <a16:creationId xmlns:a16="http://schemas.microsoft.com/office/drawing/2014/main" id="{91718958-DF9B-431E-A448-8432CF941371}"/>
              </a:ext>
            </a:extLst>
          </p:cNvPr>
          <p:cNvSpPr>
            <a:spLocks noGrp="1"/>
          </p:cNvSpPr>
          <p:nvPr>
            <p:ph type="title"/>
          </p:nvPr>
        </p:nvSpPr>
        <p:spPr>
          <a:xfrm>
            <a:off x="3296220" y="162000"/>
            <a:ext cx="8607406" cy="759600"/>
          </a:xfrm>
          <a:prstGeom prst="rect">
            <a:avLst/>
          </a:prstGeom>
        </p:spPr>
        <p:txBody>
          <a:bodyPr anchor="b">
            <a:normAutofit/>
          </a:bodyPr>
          <a:lstStyle>
            <a:lvl1pPr>
              <a:defRPr sz="3200" b="1">
                <a:solidFill>
                  <a:srgbClr val="063532"/>
                </a:solidFill>
                <a:latin typeface="Arial" panose="020B0604020202020204" pitchFamily="34" charset="0"/>
                <a:cs typeface="Arial" panose="020B0604020202020204" pitchFamily="34" charset="0"/>
              </a:defRPr>
            </a:lvl1pPr>
          </a:lstStyle>
          <a:p>
            <a:r>
              <a:rPr lang="en-US" dirty="0"/>
              <a:t>Click to edit Master title style</a:t>
            </a:r>
            <a:endParaRPr lang="en-GB" dirty="0"/>
          </a:p>
        </p:txBody>
      </p:sp>
      <p:sp>
        <p:nvSpPr>
          <p:cNvPr id="14" name="Rectangle 13">
            <a:extLst>
              <a:ext uri="{FF2B5EF4-FFF2-40B4-BE49-F238E27FC236}">
                <a16:creationId xmlns:a16="http://schemas.microsoft.com/office/drawing/2014/main" id="{DF2473B1-6881-4DD0-824B-7D40792DBAC0}"/>
              </a:ext>
            </a:extLst>
          </p:cNvPr>
          <p:cNvSpPr/>
          <p:nvPr userDrawn="1"/>
        </p:nvSpPr>
        <p:spPr>
          <a:xfrm>
            <a:off x="3016650" y="350038"/>
            <a:ext cx="45720" cy="572161"/>
          </a:xfrm>
          <a:prstGeom prst="rect">
            <a:avLst/>
          </a:prstGeom>
          <a:solidFill>
            <a:srgbClr val="E11F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323452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_Content_2">
    <p:spTree>
      <p:nvGrpSpPr>
        <p:cNvPr id="1" name=""/>
        <p:cNvGrpSpPr/>
        <p:nvPr/>
      </p:nvGrpSpPr>
      <p:grpSpPr>
        <a:xfrm>
          <a:off x="0" y="0"/>
          <a:ext cx="0" cy="0"/>
          <a:chOff x="0" y="0"/>
          <a:chExt cx="0" cy="0"/>
        </a:xfrm>
      </p:grpSpPr>
      <p:sp>
        <p:nvSpPr>
          <p:cNvPr id="2" name="Title 1"/>
          <p:cNvSpPr>
            <a:spLocks noGrp="1"/>
          </p:cNvSpPr>
          <p:nvPr>
            <p:ph type="title"/>
          </p:nvPr>
        </p:nvSpPr>
        <p:spPr>
          <a:xfrm>
            <a:off x="3296220" y="162598"/>
            <a:ext cx="8607406" cy="1392429"/>
          </a:xfrm>
          <a:prstGeom prst="rect">
            <a:avLst/>
          </a:prstGeom>
        </p:spPr>
        <p:txBody>
          <a:bodyPr anchor="ctr"/>
          <a:lstStyle>
            <a:lvl1pPr>
              <a:defRPr>
                <a:solidFill>
                  <a:srgbClr val="063532"/>
                </a:solidFill>
              </a:defRPr>
            </a:lvl1pPr>
          </a:lstStyle>
          <a:p>
            <a:r>
              <a:rPr lang="en-US" dirty="0"/>
              <a:t>Click to edit Master title style</a:t>
            </a:r>
            <a:endParaRPr lang="en-GB" dirty="0"/>
          </a:p>
        </p:txBody>
      </p:sp>
      <p:sp>
        <p:nvSpPr>
          <p:cNvPr id="3" name="Content Placeholder 2"/>
          <p:cNvSpPr>
            <a:spLocks noGrp="1"/>
          </p:cNvSpPr>
          <p:nvPr>
            <p:ph sz="half" idx="1"/>
          </p:nvPr>
        </p:nvSpPr>
        <p:spPr>
          <a:xfrm>
            <a:off x="478800" y="1906980"/>
            <a:ext cx="5181600" cy="4486619"/>
          </a:xfrm>
          <a:prstGeom prst="rect">
            <a:avLst/>
          </a:prstGeom>
        </p:spPr>
        <p:txBody>
          <a:bodyPr/>
          <a:lstStyle>
            <a:lvl1pPr>
              <a:defRPr sz="2400">
                <a:solidFill>
                  <a:srgbClr val="063532"/>
                </a:solidFill>
              </a:defRPr>
            </a:lvl1pPr>
            <a:lvl2pPr>
              <a:defRPr sz="2200">
                <a:solidFill>
                  <a:srgbClr val="063532"/>
                </a:solidFill>
              </a:defRPr>
            </a:lvl2pPr>
            <a:lvl3pPr>
              <a:defRPr sz="2200">
                <a:solidFill>
                  <a:srgbClr val="063532"/>
                </a:solidFill>
              </a:defRPr>
            </a:lvl3pPr>
            <a:lvl4pPr>
              <a:defRPr sz="2200">
                <a:solidFill>
                  <a:srgbClr val="063532"/>
                </a:solidFill>
              </a:defRPr>
            </a:lvl4pPr>
            <a:lvl5pPr>
              <a:defRPr sz="2200">
                <a:solidFill>
                  <a:srgbClr val="063532"/>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6172200" y="1906980"/>
            <a:ext cx="5181600" cy="4486619"/>
          </a:xfrm>
          <a:prstGeom prst="rect">
            <a:avLst/>
          </a:prstGeom>
        </p:spPr>
        <p:txBody>
          <a:bodyPr>
            <a:normAutofit/>
          </a:bodyPr>
          <a:lstStyle>
            <a:lvl1pPr>
              <a:defRPr sz="2400">
                <a:solidFill>
                  <a:srgbClr val="063532"/>
                </a:solidFill>
              </a:defRPr>
            </a:lvl1pPr>
            <a:lvl2pPr>
              <a:defRPr sz="2200">
                <a:solidFill>
                  <a:srgbClr val="063532"/>
                </a:solidFill>
              </a:defRPr>
            </a:lvl2pPr>
            <a:lvl3pPr>
              <a:defRPr sz="2200">
                <a:solidFill>
                  <a:srgbClr val="063532"/>
                </a:solidFill>
              </a:defRPr>
            </a:lvl3pPr>
            <a:lvl4pPr>
              <a:defRPr sz="2200">
                <a:solidFill>
                  <a:srgbClr val="063532"/>
                </a:solidFill>
              </a:defRPr>
            </a:lvl4pPr>
            <a:lvl5pPr>
              <a:defRPr sz="2200">
                <a:solidFill>
                  <a:srgbClr val="063532"/>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Date Placeholder 4"/>
          <p:cNvSpPr>
            <a:spLocks noGrp="1"/>
          </p:cNvSpPr>
          <p:nvPr>
            <p:ph type="dt" sz="half" idx="10"/>
          </p:nvPr>
        </p:nvSpPr>
        <p:spPr/>
        <p:txBody>
          <a:bodyPr/>
          <a:lstStyle/>
          <a:p>
            <a:fld id="{B06B0BE7-D16B-4D34-B974-71265B7FFB65}" type="datetimeFigureOut">
              <a:rPr lang="en-GB" smtClean="0"/>
              <a:t>21/06/2024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29EBE78-CE6B-4E09-842D-3085BE8AA51D}" type="slidenum">
              <a:rPr lang="en-GB" smtClean="0"/>
              <a:t>‹#›</a:t>
            </a:fld>
            <a:endParaRPr lang="en-GB"/>
          </a:p>
        </p:txBody>
      </p:sp>
      <p:pic>
        <p:nvPicPr>
          <p:cNvPr id="12" name="Picture 11">
            <a:extLst>
              <a:ext uri="{FF2B5EF4-FFF2-40B4-BE49-F238E27FC236}">
                <a16:creationId xmlns:a16="http://schemas.microsoft.com/office/drawing/2014/main" id="{AC2D06BA-0193-4A43-9CD0-5FE039BBDA3B}"/>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0413" t="25418" r="10290" b="14375"/>
          <a:stretch/>
        </p:blipFill>
        <p:spPr>
          <a:xfrm>
            <a:off x="169739" y="558102"/>
            <a:ext cx="2710347" cy="628625"/>
          </a:xfrm>
          <a:prstGeom prst="rect">
            <a:avLst/>
          </a:prstGeom>
        </p:spPr>
      </p:pic>
      <p:sp>
        <p:nvSpPr>
          <p:cNvPr id="14" name="Rectangle 13">
            <a:extLst>
              <a:ext uri="{FF2B5EF4-FFF2-40B4-BE49-F238E27FC236}">
                <a16:creationId xmlns:a16="http://schemas.microsoft.com/office/drawing/2014/main" id="{D5BE2B3F-5751-4DA1-B4F6-09BE9D0AFF88}"/>
              </a:ext>
            </a:extLst>
          </p:cNvPr>
          <p:cNvSpPr/>
          <p:nvPr userDrawn="1"/>
        </p:nvSpPr>
        <p:spPr>
          <a:xfrm>
            <a:off x="3016650" y="558102"/>
            <a:ext cx="45720" cy="572161"/>
          </a:xfrm>
          <a:prstGeom prst="rect">
            <a:avLst/>
          </a:prstGeom>
          <a:solidFill>
            <a:srgbClr val="E11F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261404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_Content_3">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78800" y="1249135"/>
            <a:ext cx="5157787" cy="550578"/>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p:cNvSpPr>
            <a:spLocks noGrp="1"/>
          </p:cNvSpPr>
          <p:nvPr>
            <p:ph sz="half" idx="2"/>
          </p:nvPr>
        </p:nvSpPr>
        <p:spPr>
          <a:xfrm>
            <a:off x="478800" y="1801091"/>
            <a:ext cx="5157787" cy="4586687"/>
          </a:xfrm>
          <a:prstGeom prst="rect">
            <a:avLst/>
          </a:prstGeom>
        </p:spPr>
        <p:txBody>
          <a:bodyPr>
            <a:normAutofit/>
          </a:bodyPr>
          <a:lstStyle>
            <a:lvl1pPr>
              <a:defRPr sz="2400"/>
            </a:lvl1pPr>
            <a:lvl2pPr>
              <a:defRPr sz="2200"/>
            </a:lvl2pPr>
            <a:lvl3pPr>
              <a:defRPr sz="2200"/>
            </a:lvl3pPr>
            <a:lvl4pPr>
              <a:defRPr sz="2200"/>
            </a:lvl4pPr>
            <a:lvl5pPr>
              <a:defRPr sz="2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p:cNvSpPr>
            <a:spLocks noGrp="1"/>
          </p:cNvSpPr>
          <p:nvPr>
            <p:ph type="body" sz="quarter" idx="3"/>
          </p:nvPr>
        </p:nvSpPr>
        <p:spPr>
          <a:xfrm>
            <a:off x="6172200" y="1249134"/>
            <a:ext cx="5158800" cy="5508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6" name="Content Placeholder 5"/>
          <p:cNvSpPr>
            <a:spLocks noGrp="1"/>
          </p:cNvSpPr>
          <p:nvPr>
            <p:ph sz="quarter" idx="4"/>
          </p:nvPr>
        </p:nvSpPr>
        <p:spPr>
          <a:xfrm>
            <a:off x="6172200" y="1799713"/>
            <a:ext cx="5158800" cy="4586687"/>
          </a:xfrm>
          <a:prstGeom prst="rect">
            <a:avLst/>
          </a:prstGeom>
        </p:spPr>
        <p:txBody>
          <a:bodyPr>
            <a:normAutofit/>
          </a:bodyPr>
          <a:lstStyle>
            <a:lvl1pPr>
              <a:defRPr sz="2400"/>
            </a:lvl1pPr>
            <a:lvl2pPr>
              <a:defRPr sz="2200"/>
            </a:lvl2pPr>
            <a:lvl3pPr>
              <a:defRPr sz="2200"/>
            </a:lvl3pPr>
            <a:lvl4pPr>
              <a:defRPr sz="2200"/>
            </a:lvl4pPr>
            <a:lvl5pPr>
              <a:defRPr sz="2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Date Placeholder 6"/>
          <p:cNvSpPr>
            <a:spLocks noGrp="1"/>
          </p:cNvSpPr>
          <p:nvPr>
            <p:ph type="dt" sz="half" idx="10"/>
          </p:nvPr>
        </p:nvSpPr>
        <p:spPr/>
        <p:txBody>
          <a:bodyPr/>
          <a:lstStyle/>
          <a:p>
            <a:fld id="{B06B0BE7-D16B-4D34-B974-71265B7FFB65}" type="datetimeFigureOut">
              <a:rPr lang="en-GB" smtClean="0"/>
              <a:t>21/06/2024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929EBE78-CE6B-4E09-842D-3085BE8AA51D}" type="slidenum">
              <a:rPr lang="en-GB" smtClean="0"/>
              <a:t>‹#›</a:t>
            </a:fld>
            <a:endParaRPr lang="en-GB"/>
          </a:p>
        </p:txBody>
      </p:sp>
      <p:pic>
        <p:nvPicPr>
          <p:cNvPr id="13" name="Picture 12">
            <a:extLst>
              <a:ext uri="{FF2B5EF4-FFF2-40B4-BE49-F238E27FC236}">
                <a16:creationId xmlns:a16="http://schemas.microsoft.com/office/drawing/2014/main" id="{6BD8D940-C6E9-4ACD-B524-28491155E44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0413" t="25418" r="10290" b="14375"/>
          <a:stretch/>
        </p:blipFill>
        <p:spPr>
          <a:xfrm>
            <a:off x="169739" y="350038"/>
            <a:ext cx="2710347" cy="628625"/>
          </a:xfrm>
          <a:prstGeom prst="rect">
            <a:avLst/>
          </a:prstGeom>
        </p:spPr>
      </p:pic>
      <p:sp>
        <p:nvSpPr>
          <p:cNvPr id="14" name="Title 1">
            <a:extLst>
              <a:ext uri="{FF2B5EF4-FFF2-40B4-BE49-F238E27FC236}">
                <a16:creationId xmlns:a16="http://schemas.microsoft.com/office/drawing/2014/main" id="{096BB317-9E49-4E62-94FA-3BC1A6435449}"/>
              </a:ext>
            </a:extLst>
          </p:cNvPr>
          <p:cNvSpPr>
            <a:spLocks noGrp="1"/>
          </p:cNvSpPr>
          <p:nvPr>
            <p:ph type="title"/>
          </p:nvPr>
        </p:nvSpPr>
        <p:spPr>
          <a:xfrm>
            <a:off x="3296220" y="162000"/>
            <a:ext cx="8607406" cy="759600"/>
          </a:xfrm>
          <a:prstGeom prst="rect">
            <a:avLst/>
          </a:prstGeom>
        </p:spPr>
        <p:txBody>
          <a:bodyPr anchor="b">
            <a:normAutofit/>
          </a:bodyPr>
          <a:lstStyle>
            <a:lvl1pPr>
              <a:defRPr sz="3200" b="1">
                <a:solidFill>
                  <a:srgbClr val="063532"/>
                </a:solidFill>
                <a:latin typeface="Arial" panose="020B0604020202020204" pitchFamily="34" charset="0"/>
                <a:cs typeface="Arial" panose="020B0604020202020204" pitchFamily="34" charset="0"/>
              </a:defRPr>
            </a:lvl1pPr>
          </a:lstStyle>
          <a:p>
            <a:r>
              <a:rPr lang="en-US" dirty="0"/>
              <a:t>Click to edit Master title style</a:t>
            </a:r>
            <a:endParaRPr lang="en-GB" dirty="0"/>
          </a:p>
        </p:txBody>
      </p:sp>
      <p:sp>
        <p:nvSpPr>
          <p:cNvPr id="16" name="Rectangle 15">
            <a:extLst>
              <a:ext uri="{FF2B5EF4-FFF2-40B4-BE49-F238E27FC236}">
                <a16:creationId xmlns:a16="http://schemas.microsoft.com/office/drawing/2014/main" id="{D5F2423B-3474-4445-ADB3-0F6BA8B1CEE2}"/>
              </a:ext>
            </a:extLst>
          </p:cNvPr>
          <p:cNvSpPr/>
          <p:nvPr userDrawn="1"/>
        </p:nvSpPr>
        <p:spPr>
          <a:xfrm>
            <a:off x="3016650" y="350038"/>
            <a:ext cx="45720" cy="572161"/>
          </a:xfrm>
          <a:prstGeom prst="rect">
            <a:avLst/>
          </a:prstGeom>
          <a:solidFill>
            <a:srgbClr val="E11F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61278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06B0BE7-D16B-4D34-B974-71265B7FFB65}" type="datetimeFigureOut">
              <a:rPr lang="en-GB" smtClean="0"/>
              <a:t>21/06/2024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929EBE78-CE6B-4E09-842D-3085BE8AA51D}" type="slidenum">
              <a:rPr lang="en-GB" smtClean="0"/>
              <a:t>‹#›</a:t>
            </a:fld>
            <a:endParaRPr lang="en-GB"/>
          </a:p>
        </p:txBody>
      </p:sp>
      <p:pic>
        <p:nvPicPr>
          <p:cNvPr id="8" name="Picture 7">
            <a:extLst>
              <a:ext uri="{FF2B5EF4-FFF2-40B4-BE49-F238E27FC236}">
                <a16:creationId xmlns:a16="http://schemas.microsoft.com/office/drawing/2014/main" id="{F1F851AD-FF0A-4D0E-8285-D3EE7857AD5A}"/>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0413" t="25418" r="10290" b="14375"/>
          <a:stretch/>
        </p:blipFill>
        <p:spPr>
          <a:xfrm>
            <a:off x="169739" y="350038"/>
            <a:ext cx="2710347" cy="628625"/>
          </a:xfrm>
          <a:prstGeom prst="rect">
            <a:avLst/>
          </a:prstGeom>
        </p:spPr>
      </p:pic>
      <p:sp>
        <p:nvSpPr>
          <p:cNvPr id="9" name="Title 1">
            <a:extLst>
              <a:ext uri="{FF2B5EF4-FFF2-40B4-BE49-F238E27FC236}">
                <a16:creationId xmlns:a16="http://schemas.microsoft.com/office/drawing/2014/main" id="{3DD6C0A6-DDAA-4CEF-8DBF-38AD56E319F4}"/>
              </a:ext>
            </a:extLst>
          </p:cNvPr>
          <p:cNvSpPr>
            <a:spLocks noGrp="1"/>
          </p:cNvSpPr>
          <p:nvPr>
            <p:ph type="title"/>
          </p:nvPr>
        </p:nvSpPr>
        <p:spPr>
          <a:xfrm>
            <a:off x="3296220" y="162000"/>
            <a:ext cx="8607406" cy="759600"/>
          </a:xfrm>
          <a:prstGeom prst="rect">
            <a:avLst/>
          </a:prstGeom>
        </p:spPr>
        <p:txBody>
          <a:bodyPr anchor="b">
            <a:normAutofit/>
          </a:bodyPr>
          <a:lstStyle>
            <a:lvl1pPr>
              <a:defRPr sz="3200" b="1">
                <a:solidFill>
                  <a:srgbClr val="063532"/>
                </a:solidFill>
                <a:latin typeface="Arial" panose="020B0604020202020204" pitchFamily="34" charset="0"/>
                <a:cs typeface="Arial" panose="020B0604020202020204" pitchFamily="34" charset="0"/>
              </a:defRPr>
            </a:lvl1pPr>
          </a:lstStyle>
          <a:p>
            <a:r>
              <a:rPr lang="en-US" dirty="0"/>
              <a:t>Click to edit Master title style</a:t>
            </a:r>
            <a:endParaRPr lang="en-GB" dirty="0"/>
          </a:p>
        </p:txBody>
      </p:sp>
      <p:sp>
        <p:nvSpPr>
          <p:cNvPr id="12" name="Rectangle 11">
            <a:extLst>
              <a:ext uri="{FF2B5EF4-FFF2-40B4-BE49-F238E27FC236}">
                <a16:creationId xmlns:a16="http://schemas.microsoft.com/office/drawing/2014/main" id="{5E9BA10A-F7D3-40BB-8223-BC166EACD246}"/>
              </a:ext>
            </a:extLst>
          </p:cNvPr>
          <p:cNvSpPr/>
          <p:nvPr userDrawn="1"/>
        </p:nvSpPr>
        <p:spPr>
          <a:xfrm>
            <a:off x="3016650" y="350038"/>
            <a:ext cx="45720" cy="572161"/>
          </a:xfrm>
          <a:prstGeom prst="rect">
            <a:avLst/>
          </a:prstGeom>
          <a:solidFill>
            <a:srgbClr val="E11F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54322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06B0BE7-D16B-4D34-B974-71265B7FFB65}" type="datetimeFigureOut">
              <a:rPr lang="en-GB" smtClean="0"/>
              <a:t>21/06/2024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929EBE78-CE6B-4E09-842D-3085BE8AA51D}" type="slidenum">
              <a:rPr lang="en-GB" smtClean="0"/>
              <a:t>‹#›</a:t>
            </a:fld>
            <a:endParaRPr lang="en-GB"/>
          </a:p>
        </p:txBody>
      </p:sp>
    </p:spTree>
    <p:extLst>
      <p:ext uri="{BB962C8B-B14F-4D97-AF65-F5344CB8AC3E}">
        <p14:creationId xmlns:p14="http://schemas.microsoft.com/office/powerpoint/2010/main" val="15337306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_Break_1">
    <p:bg>
      <p:bgPr>
        <a:solidFill>
          <a:srgbClr val="E11F1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D415F-DBFD-4DDD-B47A-BA56E9C237CF}"/>
              </a:ext>
            </a:extLst>
          </p:cNvPr>
          <p:cNvSpPr>
            <a:spLocks noGrp="1"/>
          </p:cNvSpPr>
          <p:nvPr>
            <p:ph type="title" hasCustomPrompt="1"/>
          </p:nvPr>
        </p:nvSpPr>
        <p:spPr>
          <a:xfrm>
            <a:off x="547200" y="2082800"/>
            <a:ext cx="6132848" cy="2351314"/>
          </a:xfrm>
        </p:spPr>
        <p:txBody>
          <a:bodyPr anchor="ctr">
            <a:noAutofit/>
          </a:bodyPr>
          <a:lstStyle>
            <a:lvl1pPr>
              <a:defRPr sz="5600" cap="none" baseline="0">
                <a:solidFill>
                  <a:srgbClr val="FEF6F0"/>
                </a:solidFill>
              </a:defRPr>
            </a:lvl1pPr>
          </a:lstStyle>
          <a:p>
            <a:r>
              <a:rPr lang="en-US" dirty="0"/>
              <a:t>Click to add title</a:t>
            </a:r>
            <a:endParaRPr lang="en-GB" dirty="0"/>
          </a:p>
        </p:txBody>
      </p:sp>
      <p:sp>
        <p:nvSpPr>
          <p:cNvPr id="13" name="TextBox 12">
            <a:extLst>
              <a:ext uri="{FF2B5EF4-FFF2-40B4-BE49-F238E27FC236}">
                <a16:creationId xmlns:a16="http://schemas.microsoft.com/office/drawing/2014/main" id="{BB58425E-F767-40D4-8F2E-BA7E0F48360F}"/>
              </a:ext>
            </a:extLst>
          </p:cNvPr>
          <p:cNvSpPr txBox="1"/>
          <p:nvPr userDrawn="1"/>
        </p:nvSpPr>
        <p:spPr>
          <a:xfrm>
            <a:off x="665976" y="4520951"/>
            <a:ext cx="3885086" cy="390157"/>
          </a:xfrm>
          <a:prstGeom prst="rect">
            <a:avLst/>
          </a:prstGeom>
        </p:spPr>
        <p:txBody>
          <a:bodyPr vert="horz" wrap="square" lIns="0" tIns="0" rIns="0" bIns="0" rtlCol="0" anchor="t" anchorCtr="0">
            <a:normAutofit/>
          </a:bodyPr>
          <a:lstStyle/>
          <a:p>
            <a:pPr algn="l"/>
            <a:r>
              <a:rPr lang="en-GB" sz="1800" b="1" dirty="0">
                <a:solidFill>
                  <a:srgbClr val="FEF6F0"/>
                </a:solidFill>
                <a:latin typeface="Arial" panose="020B0604020202020204" pitchFamily="34" charset="0"/>
                <a:cs typeface="Arial" panose="020B0604020202020204" pitchFamily="34" charset="0"/>
              </a:rPr>
              <a:t>qahighereducation.com</a:t>
            </a:r>
          </a:p>
        </p:txBody>
      </p:sp>
      <p:pic>
        <p:nvPicPr>
          <p:cNvPr id="5" name="Picture 4">
            <a:extLst>
              <a:ext uri="{FF2B5EF4-FFF2-40B4-BE49-F238E27FC236}">
                <a16:creationId xmlns:a16="http://schemas.microsoft.com/office/drawing/2014/main" id="{84EA1FCC-5D7C-457D-B5D0-944588B44E3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68348" y="516346"/>
            <a:ext cx="3249177" cy="671291"/>
          </a:xfrm>
          <a:prstGeom prst="rect">
            <a:avLst/>
          </a:prstGeom>
        </p:spPr>
      </p:pic>
    </p:spTree>
    <p:extLst>
      <p:ext uri="{BB962C8B-B14F-4D97-AF65-F5344CB8AC3E}">
        <p14:creationId xmlns:p14="http://schemas.microsoft.com/office/powerpoint/2010/main" val="34181611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EF6F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36400" y="1249200"/>
            <a:ext cx="10515600" cy="759600"/>
          </a:xfrm>
          <a:prstGeom prst="rect">
            <a:avLst/>
          </a:prstGeom>
        </p:spPr>
        <p:txBody>
          <a:bodyPr anchor="b">
            <a:normAutofit/>
          </a:bodyPr>
          <a:lstStyle/>
          <a:p>
            <a:pPr marL="0" lvl="0"/>
            <a:r>
              <a:rPr lang="en-US" dirty="0"/>
              <a:t>Click to edit Master title style</a:t>
            </a:r>
            <a:endParaRPr lang="en-GB" dirty="0"/>
          </a:p>
        </p:txBody>
      </p:sp>
      <p:sp>
        <p:nvSpPr>
          <p:cNvPr id="3" name="Text Placeholder 2"/>
          <p:cNvSpPr>
            <a:spLocks noGrp="1"/>
          </p:cNvSpPr>
          <p:nvPr>
            <p:ph type="body" idx="1"/>
          </p:nvPr>
        </p:nvSpPr>
        <p:spPr>
          <a:xfrm>
            <a:off x="478800" y="2354400"/>
            <a:ext cx="10875600" cy="4039200"/>
          </a:xfrm>
          <a:prstGeom prst="rect">
            <a:avLst/>
          </a:prstGeom>
        </p:spPr>
        <p:txBody>
          <a:bodyPr>
            <a:normAutofit/>
          </a:bodyPr>
          <a:lstStyle/>
          <a:p>
            <a:pPr lvl="0">
              <a:lnSpc>
                <a:spcPct val="150000"/>
              </a:lnSpc>
            </a:pPr>
            <a:r>
              <a:rPr lang="en-US" dirty="0"/>
              <a:t>Edit Master text styles</a:t>
            </a:r>
          </a:p>
          <a:p>
            <a:pPr lvl="1">
              <a:lnSpc>
                <a:spcPct val="150000"/>
              </a:lnSpc>
            </a:pPr>
            <a:r>
              <a:rPr lang="en-US" dirty="0"/>
              <a:t>Second level</a:t>
            </a:r>
          </a:p>
          <a:p>
            <a:pPr lvl="2">
              <a:lnSpc>
                <a:spcPct val="150000"/>
              </a:lnSpc>
            </a:pPr>
            <a:r>
              <a:rPr lang="en-US" dirty="0"/>
              <a:t>Third level</a:t>
            </a:r>
          </a:p>
          <a:p>
            <a:pPr lvl="3">
              <a:lnSpc>
                <a:spcPct val="150000"/>
              </a:lnSpc>
            </a:pPr>
            <a:r>
              <a:rPr lang="en-US" dirty="0"/>
              <a:t>Fourth level</a:t>
            </a:r>
          </a:p>
          <a:p>
            <a:pPr lvl="4">
              <a:lnSpc>
                <a:spcPct val="150000"/>
              </a:lnSpc>
            </a:pPr>
            <a:r>
              <a:rPr lang="en-US" dirty="0"/>
              <a:t>Fifth level</a:t>
            </a:r>
            <a:endParaRPr lang="en-GB"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06B0BE7-D16B-4D34-B974-71265B7FFB65}" type="datetimeFigureOut">
              <a:rPr lang="en-GB" smtClean="0"/>
              <a:t>21/06/2024</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9EBE78-CE6B-4E09-842D-3085BE8AA51D}" type="slidenum">
              <a:rPr lang="en-GB" smtClean="0"/>
              <a:t>‹#›</a:t>
            </a:fld>
            <a:endParaRPr lang="en-GB"/>
          </a:p>
        </p:txBody>
      </p:sp>
    </p:spTree>
    <p:extLst>
      <p:ext uri="{BB962C8B-B14F-4D97-AF65-F5344CB8AC3E}">
        <p14:creationId xmlns:p14="http://schemas.microsoft.com/office/powerpoint/2010/main" val="4275763964"/>
      </p:ext>
    </p:extLst>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 id="2147483660" r:id="rId4"/>
    <p:sldLayoutId id="2147483661" r:id="rId5"/>
    <p:sldLayoutId id="2147483662" r:id="rId6"/>
    <p:sldLayoutId id="2147483663" r:id="rId7"/>
    <p:sldLayoutId id="2147483664" r:id="rId8"/>
  </p:sldLayoutIdLst>
  <p:txStyles>
    <p:titleStyle>
      <a:lvl1pPr algn="l" defTabSz="914400" rtl="0" eaLnBrk="1" latinLnBrk="0" hangingPunct="1">
        <a:lnSpc>
          <a:spcPct val="90000"/>
        </a:lnSpc>
        <a:spcBef>
          <a:spcPct val="0"/>
        </a:spcBef>
        <a:buNone/>
        <a:defRPr lang="en-GB" sz="3200" b="1" kern="1200">
          <a:solidFill>
            <a:srgbClr val="063532"/>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90000"/>
        </a:lnSpc>
        <a:spcBef>
          <a:spcPts val="1000"/>
        </a:spcBef>
        <a:buFont typeface="Arial" panose="020B0604020202020204" pitchFamily="34" charset="0"/>
        <a:buNone/>
        <a:defRPr lang="en-US" sz="2800" b="0" i="0" kern="1200" dirty="0" smtClean="0">
          <a:solidFill>
            <a:srgbClr val="06353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2400" b="0" i="0" kern="1200" dirty="0" smtClean="0">
          <a:solidFill>
            <a:srgbClr val="06353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en-US" sz="2400" b="0" i="0" kern="1200" dirty="0" smtClean="0">
          <a:solidFill>
            <a:srgbClr val="06353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en-US" sz="2400" b="0" i="0" kern="1200" dirty="0" smtClean="0">
          <a:solidFill>
            <a:srgbClr val="06353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en-GB" sz="2400" b="0" i="0" kern="1200" dirty="0">
          <a:solidFill>
            <a:srgbClr val="06353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QAHEOnlineLearning@qa.com" TargetMode="External"/><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hyperlink" Target="https://www.interaction-design.org/literature/topics/empathize" TargetMode="Externa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hyperlink" Target="https://fireart.studio/blog/10-worst-user-experience-website-examples/" TargetMode="External"/><Relationship Id="rId2" Type="http://schemas.openxmlformats.org/officeDocument/2006/relationships/hyperlink" Target="https://www.imyfone.com/web-design/bad-website-design/"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8" Type="http://schemas.openxmlformats.org/officeDocument/2006/relationships/hyperlink" Target="https://www.interaction-design.org/literature/article/ux-vs-ui-what-s-the-difference" TargetMode="External"/><Relationship Id="rId3" Type="http://schemas.openxmlformats.org/officeDocument/2006/relationships/hyperlink" Target="https://www.imyfone.com/web-design/bad-website-design/" TargetMode="External"/><Relationship Id="rId7" Type="http://schemas.openxmlformats.org/officeDocument/2006/relationships/hyperlink" Target="https://www.interaction-design.org/literature/article/learn-from-ixdf-design-thinking-course" TargetMode="External"/><Relationship Id="rId12" Type="http://schemas.openxmlformats.org/officeDocument/2006/relationships/hyperlink" Target="https://www.linkedin.com/pulse/user-experience-design-head-start-based-my-view-shakthi-weerasinghe/" TargetMode="External"/><Relationship Id="rId2" Type="http://schemas.openxmlformats.org/officeDocument/2006/relationships/hyperlink" Target="https://www.interaction-design.org/literature/topics/empathize" TargetMode="External"/><Relationship Id="rId1" Type="http://schemas.openxmlformats.org/officeDocument/2006/relationships/slideLayout" Target="../slideLayouts/slideLayout2.xml"/><Relationship Id="rId6" Type="http://schemas.openxmlformats.org/officeDocument/2006/relationships/hyperlink" Target="https://www.skillsfuture.gov.sg/resources" TargetMode="External"/><Relationship Id="rId11" Type="http://schemas.openxmlformats.org/officeDocument/2006/relationships/hyperlink" Target="https://fireart.studio/blog/10-worst-user-experience-website-examples/" TargetMode="External"/><Relationship Id="rId5" Type="http://schemas.openxmlformats.org/officeDocument/2006/relationships/hyperlink" Target="https://neilpatel.com/blog/content-marketing-trends/" TargetMode="External"/><Relationship Id="rId10" Type="http://schemas.openxmlformats.org/officeDocument/2006/relationships/hyperlink" Target="https://unicornplatform.com/" TargetMode="External"/><Relationship Id="rId4" Type="http://schemas.openxmlformats.org/officeDocument/2006/relationships/hyperlink" Target="https://medium.com/juanpacheco/design-thinking-the-4d-ux-methodology-e621adc3339c" TargetMode="External"/><Relationship Id="rId9" Type="http://schemas.openxmlformats.org/officeDocument/2006/relationships/hyperlink" Target="https://www.maqe.com/insight/the-design-thinking-process-how-does-it-wor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4F752E9-8872-4E76-81B7-D6DCB4CE2F0B}"/>
              </a:ext>
            </a:extLst>
          </p:cNvPr>
          <p:cNvSpPr>
            <a:spLocks noGrp="1"/>
          </p:cNvSpPr>
          <p:nvPr>
            <p:ph type="title"/>
          </p:nvPr>
        </p:nvSpPr>
        <p:spPr/>
        <p:txBody>
          <a:bodyPr>
            <a:noAutofit/>
          </a:bodyPr>
          <a:lstStyle/>
          <a:p>
            <a:r>
              <a:rPr lang="en-GB" dirty="0"/>
              <a:t>Name of session</a:t>
            </a:r>
            <a:br>
              <a:rPr lang="en-GB" dirty="0"/>
            </a:br>
            <a:r>
              <a:rPr lang="en-GB" dirty="0"/>
              <a:t>This session will start at __:__</a:t>
            </a:r>
            <a:br>
              <a:rPr lang="en-GB" dirty="0"/>
            </a:br>
            <a:r>
              <a:rPr lang="en-GB" dirty="0">
                <a:solidFill>
                  <a:srgbClr val="E11F1C"/>
                </a:solidFill>
              </a:rPr>
              <a:t>While you are waiting…</a:t>
            </a:r>
          </a:p>
        </p:txBody>
      </p:sp>
      <p:sp>
        <p:nvSpPr>
          <p:cNvPr id="12" name="Content Placeholder 11">
            <a:extLst>
              <a:ext uri="{FF2B5EF4-FFF2-40B4-BE49-F238E27FC236}">
                <a16:creationId xmlns:a16="http://schemas.microsoft.com/office/drawing/2014/main" id="{38F5EBAF-501F-4287-A14F-323C82718689}"/>
              </a:ext>
            </a:extLst>
          </p:cNvPr>
          <p:cNvSpPr>
            <a:spLocks noGrp="1"/>
          </p:cNvSpPr>
          <p:nvPr>
            <p:ph sz="half" idx="1"/>
          </p:nvPr>
        </p:nvSpPr>
        <p:spPr/>
        <p:txBody>
          <a:bodyPr>
            <a:noAutofit/>
          </a:bodyPr>
          <a:lstStyle/>
          <a:p>
            <a:pPr marL="0" indent="0">
              <a:lnSpc>
                <a:spcPct val="150000"/>
              </a:lnSpc>
              <a:buNone/>
            </a:pPr>
            <a:r>
              <a:rPr lang="en-GB" sz="2200" b="1" dirty="0"/>
              <a:t>Check your audio is working</a:t>
            </a:r>
          </a:p>
          <a:p>
            <a:pPr marL="285750" indent="-285750">
              <a:lnSpc>
                <a:spcPct val="150000"/>
              </a:lnSpc>
            </a:pPr>
            <a:r>
              <a:rPr lang="en-GB" sz="2200" dirty="0"/>
              <a:t>Plug in your speakers/ headphones before you start the session.</a:t>
            </a:r>
          </a:p>
          <a:p>
            <a:pPr marL="285750" indent="-285750">
              <a:lnSpc>
                <a:spcPct val="150000"/>
              </a:lnSpc>
            </a:pPr>
            <a:r>
              <a:rPr lang="en-GB" sz="2200" dirty="0"/>
              <a:t>If you cannot hear your tutor, leave the session and log back in again.</a:t>
            </a:r>
          </a:p>
          <a:p>
            <a:pPr marL="285750" indent="-285750">
              <a:lnSpc>
                <a:spcPct val="150000"/>
              </a:lnSpc>
            </a:pPr>
            <a:r>
              <a:rPr lang="en-GB" sz="2200" dirty="0"/>
              <a:t>If you still cannot hear, let your tutor know by writing them a message in the chat box.</a:t>
            </a:r>
          </a:p>
        </p:txBody>
      </p:sp>
      <p:sp>
        <p:nvSpPr>
          <p:cNvPr id="13" name="Content Placeholder 12">
            <a:extLst>
              <a:ext uri="{FF2B5EF4-FFF2-40B4-BE49-F238E27FC236}">
                <a16:creationId xmlns:a16="http://schemas.microsoft.com/office/drawing/2014/main" id="{C206B3E8-48C4-4DA3-802F-13348EAC8573}"/>
              </a:ext>
            </a:extLst>
          </p:cNvPr>
          <p:cNvSpPr>
            <a:spLocks noGrp="1"/>
          </p:cNvSpPr>
          <p:nvPr>
            <p:ph sz="half" idx="2"/>
          </p:nvPr>
        </p:nvSpPr>
        <p:spPr/>
        <p:txBody>
          <a:bodyPr>
            <a:noAutofit/>
          </a:bodyPr>
          <a:lstStyle/>
          <a:p>
            <a:pPr marL="0" indent="0">
              <a:lnSpc>
                <a:spcPct val="150000"/>
              </a:lnSpc>
              <a:buNone/>
            </a:pPr>
            <a:r>
              <a:rPr lang="en-GB" sz="2200" b="1" dirty="0"/>
              <a:t>If you are still experiencing problems</a:t>
            </a:r>
          </a:p>
          <a:p>
            <a:pPr marL="285750" indent="-285750">
              <a:lnSpc>
                <a:spcPct val="150000"/>
              </a:lnSpc>
            </a:pPr>
            <a:r>
              <a:rPr lang="en-GB" sz="2200" dirty="0"/>
              <a:t>Try disconnecting and reconnecting your PC/laptop to the internet.</a:t>
            </a:r>
          </a:p>
          <a:p>
            <a:pPr marL="285750" indent="-285750">
              <a:lnSpc>
                <a:spcPct val="150000"/>
              </a:lnSpc>
            </a:pPr>
            <a:r>
              <a:rPr lang="en-GB" sz="2200" b="1" dirty="0"/>
              <a:t>Call 0345 074 7958 to speak to the QAHE Online Learning support team.</a:t>
            </a:r>
          </a:p>
          <a:p>
            <a:pPr marL="285750" indent="-285750">
              <a:lnSpc>
                <a:spcPct val="150000"/>
              </a:lnSpc>
            </a:pPr>
            <a:r>
              <a:rPr lang="en-GB" sz="2200" dirty="0"/>
              <a:t>You can also email the team on </a:t>
            </a:r>
            <a:r>
              <a:rPr lang="en-GB" sz="2200" dirty="0">
                <a:hlinkClick r:id="rId3">
                  <a:extLst>
                    <a:ext uri="{A12FA001-AC4F-418D-AE19-62706E023703}">
                      <ahyp:hlinkClr xmlns:ahyp="http://schemas.microsoft.com/office/drawing/2018/hyperlinkcolor" val="tx"/>
                    </a:ext>
                  </a:extLst>
                </a:hlinkClick>
              </a:rPr>
              <a:t>QAHEOnlineLearning@qa.com</a:t>
            </a:r>
            <a:r>
              <a:rPr lang="en-GB" sz="2200" dirty="0"/>
              <a:t>  </a:t>
            </a:r>
          </a:p>
        </p:txBody>
      </p:sp>
    </p:spTree>
    <p:extLst>
      <p:ext uri="{BB962C8B-B14F-4D97-AF65-F5344CB8AC3E}">
        <p14:creationId xmlns:p14="http://schemas.microsoft.com/office/powerpoint/2010/main" val="30006994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4662631-8589-4245-B729-A8B505D88A62}"/>
              </a:ext>
            </a:extLst>
          </p:cNvPr>
          <p:cNvSpPr>
            <a:spLocks noGrp="1"/>
          </p:cNvSpPr>
          <p:nvPr>
            <p:ph type="title"/>
          </p:nvPr>
        </p:nvSpPr>
        <p:spPr/>
        <p:txBody>
          <a:bodyPr/>
          <a:lstStyle/>
          <a:p>
            <a:r>
              <a:rPr lang="en-GB" dirty="0"/>
              <a:t>Session etiquette</a:t>
            </a:r>
          </a:p>
        </p:txBody>
      </p:sp>
    </p:spTree>
    <p:extLst>
      <p:ext uri="{BB962C8B-B14F-4D97-AF65-F5344CB8AC3E}">
        <p14:creationId xmlns:p14="http://schemas.microsoft.com/office/powerpoint/2010/main" val="37801349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66497ADC-BB12-45F3-8DE5-7E44FB6ABAC6}"/>
              </a:ext>
            </a:extLst>
          </p:cNvPr>
          <p:cNvSpPr>
            <a:spLocks noGrp="1"/>
          </p:cNvSpPr>
          <p:nvPr>
            <p:ph type="title"/>
          </p:nvPr>
        </p:nvSpPr>
        <p:spPr/>
        <p:txBody>
          <a:bodyPr/>
          <a:lstStyle/>
          <a:p>
            <a:r>
              <a:rPr lang="en-GB" dirty="0">
                <a:solidFill>
                  <a:srgbClr val="063532"/>
                </a:solidFill>
              </a:rPr>
              <a:t>Session</a:t>
            </a:r>
            <a:r>
              <a:rPr lang="en-GB" dirty="0"/>
              <a:t> etiquette</a:t>
            </a:r>
          </a:p>
        </p:txBody>
      </p:sp>
      <p:sp>
        <p:nvSpPr>
          <p:cNvPr id="13" name="Content Placeholder 12">
            <a:extLst>
              <a:ext uri="{FF2B5EF4-FFF2-40B4-BE49-F238E27FC236}">
                <a16:creationId xmlns:a16="http://schemas.microsoft.com/office/drawing/2014/main" id="{71F8060E-919E-4725-806B-357273B427CA}"/>
              </a:ext>
            </a:extLst>
          </p:cNvPr>
          <p:cNvSpPr>
            <a:spLocks noGrp="1"/>
          </p:cNvSpPr>
          <p:nvPr>
            <p:ph idx="1"/>
          </p:nvPr>
        </p:nvSpPr>
        <p:spPr>
          <a:xfrm>
            <a:off x="478800" y="1249200"/>
            <a:ext cx="10875600" cy="811829"/>
          </a:xfrm>
        </p:spPr>
        <p:txBody>
          <a:bodyPr/>
          <a:lstStyle/>
          <a:p>
            <a:pPr marL="0" indent="0">
              <a:buNone/>
            </a:pPr>
            <a:r>
              <a:rPr lang="en-GB" dirty="0"/>
              <a:t>You’ll be asked to respond/interact throughout this session. So, be ready to: </a:t>
            </a:r>
          </a:p>
          <a:p>
            <a:pPr marL="0" indent="0">
              <a:buNone/>
            </a:pPr>
            <a:endParaRPr lang="en-GB" dirty="0"/>
          </a:p>
        </p:txBody>
      </p:sp>
      <p:pic>
        <p:nvPicPr>
          <p:cNvPr id="14" name="Picture 13">
            <a:extLst>
              <a:ext uri="{FF2B5EF4-FFF2-40B4-BE49-F238E27FC236}">
                <a16:creationId xmlns:a16="http://schemas.microsoft.com/office/drawing/2014/main" id="{7E33CAEB-4F1A-4B20-B0E4-9C7B336E61CC}"/>
              </a:ext>
            </a:extLst>
          </p:cNvPr>
          <p:cNvPicPr>
            <a:picLocks noChangeAspect="1"/>
          </p:cNvPicPr>
          <p:nvPr/>
        </p:nvPicPr>
        <p:blipFill rotWithShape="1">
          <a:blip r:embed="rId2"/>
          <a:srcRect t="4710"/>
          <a:stretch/>
        </p:blipFill>
        <p:spPr>
          <a:xfrm>
            <a:off x="4688251" y="1922244"/>
            <a:ext cx="3808562" cy="4008811"/>
          </a:xfrm>
          <a:prstGeom prst="rect">
            <a:avLst/>
          </a:prstGeom>
        </p:spPr>
      </p:pic>
      <p:pic>
        <p:nvPicPr>
          <p:cNvPr id="15" name="Picture 14">
            <a:extLst>
              <a:ext uri="{FF2B5EF4-FFF2-40B4-BE49-F238E27FC236}">
                <a16:creationId xmlns:a16="http://schemas.microsoft.com/office/drawing/2014/main" id="{12958C3C-35AB-4A1E-9A2D-EACDEBA75EC6}"/>
              </a:ext>
            </a:extLst>
          </p:cNvPr>
          <p:cNvPicPr>
            <a:picLocks noChangeAspect="1"/>
          </p:cNvPicPr>
          <p:nvPr/>
        </p:nvPicPr>
        <p:blipFill>
          <a:blip r:embed="rId3"/>
          <a:stretch>
            <a:fillRect/>
          </a:stretch>
        </p:blipFill>
        <p:spPr>
          <a:xfrm>
            <a:off x="590544" y="5709453"/>
            <a:ext cx="7906269" cy="851265"/>
          </a:xfrm>
          <a:prstGeom prst="rect">
            <a:avLst/>
          </a:prstGeom>
        </p:spPr>
      </p:pic>
      <p:sp>
        <p:nvSpPr>
          <p:cNvPr id="16" name="Content Placeholder 2">
            <a:extLst>
              <a:ext uri="{FF2B5EF4-FFF2-40B4-BE49-F238E27FC236}">
                <a16:creationId xmlns:a16="http://schemas.microsoft.com/office/drawing/2014/main" id="{6F45D65C-34F3-48C0-94AC-3E36545DF2BC}"/>
              </a:ext>
            </a:extLst>
          </p:cNvPr>
          <p:cNvSpPr txBox="1">
            <a:spLocks/>
          </p:cNvSpPr>
          <p:nvPr/>
        </p:nvSpPr>
        <p:spPr>
          <a:xfrm>
            <a:off x="898187" y="2802332"/>
            <a:ext cx="3167568" cy="1634089"/>
          </a:xfrm>
          <a:prstGeom prst="rect">
            <a:avLst/>
          </a:prstGeom>
        </p:spPr>
        <p:txBody>
          <a:bodyPr vert="horz" lIns="91440" tIns="45720" rIns="91440" bIns="45720" rtlCol="0">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chemeClr val="tx1"/>
                </a:solidFill>
                <a:latin typeface="Montserrat" panose="00000500000000000000" pitchFamily="2" charset="0"/>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chemeClr val="tx1"/>
                </a:solidFill>
                <a:latin typeface="Montserrat" panose="00000500000000000000" pitchFamily="2" charset="0"/>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400" b="0" i="0" kern="1200">
                <a:solidFill>
                  <a:schemeClr val="tx1"/>
                </a:solidFill>
                <a:latin typeface="Montserrat" panose="00000500000000000000" pitchFamily="2" charset="0"/>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2400" b="0" i="0" kern="1200">
                <a:solidFill>
                  <a:schemeClr val="tx1"/>
                </a:solidFill>
                <a:latin typeface="Montserrat" panose="00000500000000000000" pitchFamily="2" charset="0"/>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2400" b="0" i="0" kern="1200">
                <a:solidFill>
                  <a:schemeClr val="tx1"/>
                </a:solidFill>
                <a:latin typeface="Montserrat"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kumimoji="0" lang="en-GB" sz="2200" b="1" i="0" u="none" strike="noStrike" kern="1200" cap="none" spc="0" normalizeH="0" baseline="0" noProof="0" dirty="0">
                <a:ln>
                  <a:noFill/>
                </a:ln>
                <a:solidFill>
                  <a:srgbClr val="004050"/>
                </a:solidFill>
                <a:effectLst/>
                <a:uLnTx/>
                <a:uFillTx/>
                <a:latin typeface="Arial" panose="020B0604020202020204" pitchFamily="34" charset="0"/>
                <a:cs typeface="Arial" panose="020B0604020202020204" pitchFamily="34" charset="0"/>
              </a:rPr>
              <a:t>Raise your hand	</a:t>
            </a:r>
          </a:p>
        </p:txBody>
      </p:sp>
      <p:sp>
        <p:nvSpPr>
          <p:cNvPr id="17" name="Content Placeholder 2">
            <a:extLst>
              <a:ext uri="{FF2B5EF4-FFF2-40B4-BE49-F238E27FC236}">
                <a16:creationId xmlns:a16="http://schemas.microsoft.com/office/drawing/2014/main" id="{608BA80A-F6ED-45CE-B4A0-0B827E6A4FF6}"/>
              </a:ext>
            </a:extLst>
          </p:cNvPr>
          <p:cNvSpPr txBox="1">
            <a:spLocks/>
          </p:cNvSpPr>
          <p:nvPr/>
        </p:nvSpPr>
        <p:spPr>
          <a:xfrm>
            <a:off x="8979044" y="5003322"/>
            <a:ext cx="3001993" cy="1466490"/>
          </a:xfrm>
          <a:prstGeom prst="rect">
            <a:avLst/>
          </a:prstGeom>
        </p:spPr>
        <p:txBody>
          <a:bodyPr vert="horz" lIns="91440" tIns="45720" rIns="91440" bIns="45720" rtlCol="0">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chemeClr val="tx1"/>
                </a:solidFill>
                <a:latin typeface="Montserrat" panose="00000500000000000000" pitchFamily="2" charset="0"/>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chemeClr val="tx1"/>
                </a:solidFill>
                <a:latin typeface="Montserrat" panose="00000500000000000000" pitchFamily="2" charset="0"/>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400" b="0" i="0" kern="1200">
                <a:solidFill>
                  <a:schemeClr val="tx1"/>
                </a:solidFill>
                <a:latin typeface="Montserrat" panose="00000500000000000000" pitchFamily="2" charset="0"/>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2400" b="0" i="0" kern="1200">
                <a:solidFill>
                  <a:schemeClr val="tx1"/>
                </a:solidFill>
                <a:latin typeface="Montserrat" panose="00000500000000000000" pitchFamily="2" charset="0"/>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2400" b="0" i="0" kern="1200">
                <a:solidFill>
                  <a:schemeClr val="tx1"/>
                </a:solidFill>
                <a:latin typeface="Montserrat"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kumimoji="0" lang="en-GB" sz="2200" b="1" i="0" u="none" strike="noStrike" kern="1200" cap="none" spc="0" normalizeH="0" baseline="0" noProof="0" dirty="0">
                <a:ln>
                  <a:noFill/>
                </a:ln>
                <a:solidFill>
                  <a:srgbClr val="004050"/>
                </a:solidFill>
                <a:effectLst/>
                <a:uLnTx/>
                <a:uFillTx/>
                <a:latin typeface="Arial" panose="020B0604020202020204" pitchFamily="34" charset="0"/>
                <a:cs typeface="Arial" panose="020B0604020202020204" pitchFamily="34" charset="0"/>
              </a:rPr>
              <a:t>React by selecting emoji</a:t>
            </a:r>
          </a:p>
        </p:txBody>
      </p:sp>
      <p:sp>
        <p:nvSpPr>
          <p:cNvPr id="18" name="Bent-Up Arrow 8">
            <a:extLst>
              <a:ext uri="{FF2B5EF4-FFF2-40B4-BE49-F238E27FC236}">
                <a16:creationId xmlns:a16="http://schemas.microsoft.com/office/drawing/2014/main" id="{41DF4B68-2CF2-40DA-B9DB-C6F9AF12B0D6}"/>
              </a:ext>
            </a:extLst>
          </p:cNvPr>
          <p:cNvSpPr/>
          <p:nvPr/>
        </p:nvSpPr>
        <p:spPr>
          <a:xfrm>
            <a:off x="3443258" y="2598301"/>
            <a:ext cx="4639385" cy="605198"/>
          </a:xfrm>
          <a:prstGeom prst="bentUpArrow">
            <a:avLst/>
          </a:prstGeom>
          <a:solidFill>
            <a:srgbClr val="E11F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9" name="Bent-Up Arrow 10">
            <a:extLst>
              <a:ext uri="{FF2B5EF4-FFF2-40B4-BE49-F238E27FC236}">
                <a16:creationId xmlns:a16="http://schemas.microsoft.com/office/drawing/2014/main" id="{7256C083-DC78-4A1F-B2FF-E759CAFA4A18}"/>
              </a:ext>
            </a:extLst>
          </p:cNvPr>
          <p:cNvSpPr/>
          <p:nvPr/>
        </p:nvSpPr>
        <p:spPr>
          <a:xfrm rot="10800000">
            <a:off x="6727370" y="5284727"/>
            <a:ext cx="2116654" cy="523746"/>
          </a:xfrm>
          <a:prstGeom prst="bentUpArrow">
            <a:avLst/>
          </a:prstGeom>
          <a:solidFill>
            <a:srgbClr val="E11F1C"/>
          </a:solidFill>
          <a:ln>
            <a:solidFill>
              <a:srgbClr val="E11F1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Tree>
    <p:extLst>
      <p:ext uri="{BB962C8B-B14F-4D97-AF65-F5344CB8AC3E}">
        <p14:creationId xmlns:p14="http://schemas.microsoft.com/office/powerpoint/2010/main" val="35271342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66497ADC-BB12-45F3-8DE5-7E44FB6ABAC6}"/>
              </a:ext>
            </a:extLst>
          </p:cNvPr>
          <p:cNvSpPr>
            <a:spLocks noGrp="1"/>
          </p:cNvSpPr>
          <p:nvPr>
            <p:ph type="title"/>
          </p:nvPr>
        </p:nvSpPr>
        <p:spPr/>
        <p:txBody>
          <a:bodyPr/>
          <a:lstStyle/>
          <a:p>
            <a:r>
              <a:rPr lang="en-GB" dirty="0">
                <a:solidFill>
                  <a:srgbClr val="063532"/>
                </a:solidFill>
              </a:rPr>
              <a:t>Session</a:t>
            </a:r>
            <a:r>
              <a:rPr lang="en-GB" dirty="0"/>
              <a:t> etiquette</a:t>
            </a:r>
          </a:p>
        </p:txBody>
      </p:sp>
      <p:sp>
        <p:nvSpPr>
          <p:cNvPr id="13" name="Content Placeholder 12">
            <a:extLst>
              <a:ext uri="{FF2B5EF4-FFF2-40B4-BE49-F238E27FC236}">
                <a16:creationId xmlns:a16="http://schemas.microsoft.com/office/drawing/2014/main" id="{71F8060E-919E-4725-806B-357273B427CA}"/>
              </a:ext>
            </a:extLst>
          </p:cNvPr>
          <p:cNvSpPr>
            <a:spLocks noGrp="1"/>
          </p:cNvSpPr>
          <p:nvPr>
            <p:ph idx="1"/>
          </p:nvPr>
        </p:nvSpPr>
        <p:spPr>
          <a:xfrm>
            <a:off x="478800" y="1249200"/>
            <a:ext cx="10875600" cy="811829"/>
          </a:xfrm>
        </p:spPr>
        <p:txBody>
          <a:bodyPr/>
          <a:lstStyle/>
          <a:p>
            <a:pPr marL="0" indent="0">
              <a:buNone/>
            </a:pPr>
            <a:r>
              <a:rPr lang="en-GB" dirty="0"/>
              <a:t>…or respond via the chat box…</a:t>
            </a:r>
          </a:p>
        </p:txBody>
      </p:sp>
      <p:pic>
        <p:nvPicPr>
          <p:cNvPr id="10" name="Picture 9">
            <a:extLst>
              <a:ext uri="{FF2B5EF4-FFF2-40B4-BE49-F238E27FC236}">
                <a16:creationId xmlns:a16="http://schemas.microsoft.com/office/drawing/2014/main" id="{EF1F0502-9525-4569-B794-33C5E66947A1}"/>
              </a:ext>
            </a:extLst>
          </p:cNvPr>
          <p:cNvPicPr>
            <a:picLocks noChangeAspect="1"/>
          </p:cNvPicPr>
          <p:nvPr/>
        </p:nvPicPr>
        <p:blipFill>
          <a:blip r:embed="rId2"/>
          <a:stretch>
            <a:fillRect/>
          </a:stretch>
        </p:blipFill>
        <p:spPr>
          <a:xfrm>
            <a:off x="506941" y="3044108"/>
            <a:ext cx="5833334" cy="2636987"/>
          </a:xfrm>
          <a:prstGeom prst="rect">
            <a:avLst/>
          </a:prstGeom>
          <a:ln w="28575">
            <a:solidFill>
              <a:srgbClr val="FFC000"/>
            </a:solidFill>
          </a:ln>
        </p:spPr>
      </p:pic>
      <p:pic>
        <p:nvPicPr>
          <p:cNvPr id="11" name="Picture 10">
            <a:extLst>
              <a:ext uri="{FF2B5EF4-FFF2-40B4-BE49-F238E27FC236}">
                <a16:creationId xmlns:a16="http://schemas.microsoft.com/office/drawing/2014/main" id="{694A1CAD-58A6-45C2-A842-A29C2319FF18}"/>
              </a:ext>
            </a:extLst>
          </p:cNvPr>
          <p:cNvPicPr>
            <a:picLocks noChangeAspect="1"/>
          </p:cNvPicPr>
          <p:nvPr/>
        </p:nvPicPr>
        <p:blipFill>
          <a:blip r:embed="rId3"/>
          <a:stretch>
            <a:fillRect/>
          </a:stretch>
        </p:blipFill>
        <p:spPr>
          <a:xfrm>
            <a:off x="4982122" y="2223643"/>
            <a:ext cx="6781047" cy="1623631"/>
          </a:xfrm>
          <a:prstGeom prst="rect">
            <a:avLst/>
          </a:prstGeom>
          <a:ln w="57150">
            <a:solidFill>
              <a:srgbClr val="FFC000"/>
            </a:solidFill>
          </a:ln>
        </p:spPr>
      </p:pic>
      <p:sp>
        <p:nvSpPr>
          <p:cNvPr id="20" name="Bent-Up Arrow 13">
            <a:extLst>
              <a:ext uri="{FF2B5EF4-FFF2-40B4-BE49-F238E27FC236}">
                <a16:creationId xmlns:a16="http://schemas.microsoft.com/office/drawing/2014/main" id="{48C0D73B-DDE0-42BE-901A-C3368FFB65D9}"/>
              </a:ext>
            </a:extLst>
          </p:cNvPr>
          <p:cNvSpPr/>
          <p:nvPr/>
        </p:nvSpPr>
        <p:spPr>
          <a:xfrm>
            <a:off x="5895191" y="3847274"/>
            <a:ext cx="2862310" cy="1725408"/>
          </a:xfrm>
          <a:prstGeom prst="bentUpArrow">
            <a:avLst>
              <a:gd name="adj1" fmla="val 12502"/>
              <a:gd name="adj2" fmla="val 20209"/>
              <a:gd name="adj3" fmla="val 25781"/>
            </a:avLst>
          </a:prstGeom>
          <a:solidFill>
            <a:srgbClr val="E11F1C"/>
          </a:solidFill>
          <a:ln>
            <a:solidFill>
              <a:srgbClr val="E11F1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Tree>
    <p:extLst>
      <p:ext uri="{BB962C8B-B14F-4D97-AF65-F5344CB8AC3E}">
        <p14:creationId xmlns:p14="http://schemas.microsoft.com/office/powerpoint/2010/main" val="25129835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66497ADC-BB12-45F3-8DE5-7E44FB6ABAC6}"/>
              </a:ext>
            </a:extLst>
          </p:cNvPr>
          <p:cNvSpPr>
            <a:spLocks noGrp="1"/>
          </p:cNvSpPr>
          <p:nvPr>
            <p:ph type="title"/>
          </p:nvPr>
        </p:nvSpPr>
        <p:spPr/>
        <p:txBody>
          <a:bodyPr/>
          <a:lstStyle/>
          <a:p>
            <a:r>
              <a:rPr lang="en-GB" dirty="0">
                <a:solidFill>
                  <a:srgbClr val="063532"/>
                </a:solidFill>
              </a:rPr>
              <a:t>Session</a:t>
            </a:r>
            <a:r>
              <a:rPr lang="en-GB" dirty="0"/>
              <a:t> etiquette</a:t>
            </a:r>
          </a:p>
        </p:txBody>
      </p:sp>
      <p:sp>
        <p:nvSpPr>
          <p:cNvPr id="13" name="Content Placeholder 12">
            <a:extLst>
              <a:ext uri="{FF2B5EF4-FFF2-40B4-BE49-F238E27FC236}">
                <a16:creationId xmlns:a16="http://schemas.microsoft.com/office/drawing/2014/main" id="{71F8060E-919E-4725-806B-357273B427CA}"/>
              </a:ext>
            </a:extLst>
          </p:cNvPr>
          <p:cNvSpPr>
            <a:spLocks noGrp="1"/>
          </p:cNvSpPr>
          <p:nvPr>
            <p:ph idx="1"/>
          </p:nvPr>
        </p:nvSpPr>
        <p:spPr>
          <a:xfrm>
            <a:off x="4202832" y="1249200"/>
            <a:ext cx="7434470" cy="1925642"/>
          </a:xfrm>
        </p:spPr>
        <p:txBody>
          <a:bodyPr>
            <a:normAutofit/>
          </a:bodyPr>
          <a:lstStyle/>
          <a:p>
            <a:pPr marL="0" indent="0">
              <a:buNone/>
            </a:pPr>
            <a:r>
              <a:rPr lang="en-GB" dirty="0"/>
              <a:t>You may also be asked to </a:t>
            </a:r>
            <a:r>
              <a:rPr lang="en-GB" b="1" dirty="0"/>
              <a:t>annotate</a:t>
            </a:r>
            <a:r>
              <a:rPr lang="en-GB" dirty="0"/>
              <a:t>, but this option is unfortunately </a:t>
            </a:r>
            <a:r>
              <a:rPr lang="en-GB" b="1" dirty="0"/>
              <a:t>not available via mobile devices: </a:t>
            </a:r>
          </a:p>
        </p:txBody>
      </p:sp>
      <p:pic>
        <p:nvPicPr>
          <p:cNvPr id="8" name="Picture 7">
            <a:extLst>
              <a:ext uri="{FF2B5EF4-FFF2-40B4-BE49-F238E27FC236}">
                <a16:creationId xmlns:a16="http://schemas.microsoft.com/office/drawing/2014/main" id="{DB0D531F-806E-48F9-8D01-E7E55684F9C4}"/>
              </a:ext>
            </a:extLst>
          </p:cNvPr>
          <p:cNvPicPr>
            <a:picLocks noChangeAspect="1"/>
          </p:cNvPicPr>
          <p:nvPr/>
        </p:nvPicPr>
        <p:blipFill>
          <a:blip r:embed="rId2"/>
          <a:stretch>
            <a:fillRect/>
          </a:stretch>
        </p:blipFill>
        <p:spPr>
          <a:xfrm>
            <a:off x="1954838" y="1427303"/>
            <a:ext cx="1430370" cy="4798997"/>
          </a:xfrm>
          <a:prstGeom prst="rect">
            <a:avLst/>
          </a:prstGeom>
          <a:ln w="38100">
            <a:solidFill>
              <a:srgbClr val="FFC000"/>
            </a:solidFill>
          </a:ln>
        </p:spPr>
      </p:pic>
      <p:grpSp>
        <p:nvGrpSpPr>
          <p:cNvPr id="9" name="Group 8">
            <a:extLst>
              <a:ext uri="{FF2B5EF4-FFF2-40B4-BE49-F238E27FC236}">
                <a16:creationId xmlns:a16="http://schemas.microsoft.com/office/drawing/2014/main" id="{AD733CBE-C296-48E8-947E-50E83FCD4CB5}"/>
              </a:ext>
            </a:extLst>
          </p:cNvPr>
          <p:cNvGrpSpPr/>
          <p:nvPr/>
        </p:nvGrpSpPr>
        <p:grpSpPr>
          <a:xfrm>
            <a:off x="2921549" y="2509984"/>
            <a:ext cx="7841656" cy="3814364"/>
            <a:chOff x="2921550" y="2411936"/>
            <a:chExt cx="7841656" cy="3814364"/>
          </a:xfrm>
        </p:grpSpPr>
        <p:pic>
          <p:nvPicPr>
            <p:cNvPr id="14" name="Picture 13">
              <a:extLst>
                <a:ext uri="{FF2B5EF4-FFF2-40B4-BE49-F238E27FC236}">
                  <a16:creationId xmlns:a16="http://schemas.microsoft.com/office/drawing/2014/main" id="{EFF4EC2A-976B-4B43-900A-BD92ABCE8C74}"/>
                </a:ext>
              </a:extLst>
            </p:cNvPr>
            <p:cNvPicPr>
              <a:picLocks noChangeAspect="1"/>
            </p:cNvPicPr>
            <p:nvPr/>
          </p:nvPicPr>
          <p:blipFill>
            <a:blip r:embed="rId3"/>
            <a:stretch>
              <a:fillRect/>
            </a:stretch>
          </p:blipFill>
          <p:spPr>
            <a:xfrm>
              <a:off x="4280763" y="2411936"/>
              <a:ext cx="6482443" cy="3814364"/>
            </a:xfrm>
            <a:prstGeom prst="rect">
              <a:avLst/>
            </a:prstGeom>
            <a:ln w="38100">
              <a:solidFill>
                <a:srgbClr val="FFC000"/>
              </a:solidFill>
            </a:ln>
          </p:spPr>
        </p:pic>
        <p:sp>
          <p:nvSpPr>
            <p:cNvPr id="15" name="Oval 14">
              <a:extLst>
                <a:ext uri="{FF2B5EF4-FFF2-40B4-BE49-F238E27FC236}">
                  <a16:creationId xmlns:a16="http://schemas.microsoft.com/office/drawing/2014/main" id="{36D60F52-205E-401A-8C9C-86735FB3327E}"/>
                </a:ext>
              </a:extLst>
            </p:cNvPr>
            <p:cNvSpPr/>
            <p:nvPr/>
          </p:nvSpPr>
          <p:spPr>
            <a:xfrm>
              <a:off x="4098817" y="3410864"/>
              <a:ext cx="555893" cy="1600200"/>
            </a:xfrm>
            <a:prstGeom prst="ellipse">
              <a:avLst/>
            </a:prstGeom>
            <a:noFill/>
            <a:ln w="57150">
              <a:solidFill>
                <a:srgbClr val="E11F1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cxnSp>
          <p:nvCxnSpPr>
            <p:cNvPr id="16" name="Elbow Connector 14">
              <a:extLst>
                <a:ext uri="{FF2B5EF4-FFF2-40B4-BE49-F238E27FC236}">
                  <a16:creationId xmlns:a16="http://schemas.microsoft.com/office/drawing/2014/main" id="{C9932C2C-90EF-47DC-B23D-CF7CAD5AEF6F}"/>
                </a:ext>
              </a:extLst>
            </p:cNvPr>
            <p:cNvCxnSpPr/>
            <p:nvPr/>
          </p:nvCxnSpPr>
          <p:spPr>
            <a:xfrm rot="10800000">
              <a:off x="2921550" y="3233057"/>
              <a:ext cx="1187030" cy="977908"/>
            </a:xfrm>
            <a:prstGeom prst="bentConnector3">
              <a:avLst/>
            </a:prstGeom>
            <a:ln w="76200">
              <a:solidFill>
                <a:srgbClr val="E11F1C"/>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7151955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41A3C-682E-47E5-92F1-3CCDB825533A}"/>
              </a:ext>
            </a:extLst>
          </p:cNvPr>
          <p:cNvSpPr>
            <a:spLocks noGrp="1"/>
          </p:cNvSpPr>
          <p:nvPr>
            <p:ph type="title"/>
          </p:nvPr>
        </p:nvSpPr>
        <p:spPr/>
        <p:txBody>
          <a:bodyPr/>
          <a:lstStyle/>
          <a:p>
            <a:r>
              <a:rPr lang="en-GB" dirty="0"/>
              <a:t>We are recording now!</a:t>
            </a:r>
          </a:p>
        </p:txBody>
      </p:sp>
      <p:pic>
        <p:nvPicPr>
          <p:cNvPr id="4" name="Picture 3">
            <a:extLst>
              <a:ext uri="{FF2B5EF4-FFF2-40B4-BE49-F238E27FC236}">
                <a16:creationId xmlns:a16="http://schemas.microsoft.com/office/drawing/2014/main" id="{25B0AE8B-55EF-4113-ABF5-E5434C7F3AD6}"/>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34581" y="1184698"/>
            <a:ext cx="7370180" cy="4149213"/>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FF80B4CB-8B8F-3F04-4063-6EAFCF6897DD}"/>
              </a:ext>
            </a:extLst>
          </p:cNvPr>
          <p:cNvSpPr txBox="1">
            <a:spLocks/>
          </p:cNvSpPr>
          <p:nvPr/>
        </p:nvSpPr>
        <p:spPr>
          <a:xfrm>
            <a:off x="781128" y="5481132"/>
            <a:ext cx="10614160" cy="852526"/>
          </a:xfrm>
          <a:prstGeom prst="rect">
            <a:avLst/>
          </a:prstGeom>
        </p:spPr>
        <p:txBody>
          <a:bodyPr lIns="91440" tIns="45720" rIns="91440" bIns="45720" anchor="b">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dirty="0">
                <a:latin typeface="Arial"/>
                <a:cs typeface="Arial"/>
              </a:rPr>
              <a:t>This session will be recorded and shared with all students following the session. Any personal data captured during the recording will be processed and retained in accordance with the QA Higher Education Privacy Notice which can be found on the QAHE website</a:t>
            </a:r>
          </a:p>
        </p:txBody>
      </p:sp>
    </p:spTree>
    <p:extLst>
      <p:ext uri="{BB962C8B-B14F-4D97-AF65-F5344CB8AC3E}">
        <p14:creationId xmlns:p14="http://schemas.microsoft.com/office/powerpoint/2010/main" val="26741486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B5E2E-4931-6CFC-8ABE-7EAB64C68954}"/>
              </a:ext>
            </a:extLst>
          </p:cNvPr>
          <p:cNvSpPr>
            <a:spLocks noGrp="1"/>
          </p:cNvSpPr>
          <p:nvPr>
            <p:ph type="title"/>
          </p:nvPr>
        </p:nvSpPr>
        <p:spPr/>
        <p:txBody>
          <a:bodyPr/>
          <a:lstStyle/>
          <a:p>
            <a:r>
              <a:rPr lang="en-GB" dirty="0"/>
              <a:t>Introduction to UX Strategy</a:t>
            </a:r>
          </a:p>
        </p:txBody>
      </p:sp>
      <p:sp>
        <p:nvSpPr>
          <p:cNvPr id="3" name="Subtitle 2">
            <a:extLst>
              <a:ext uri="{FF2B5EF4-FFF2-40B4-BE49-F238E27FC236}">
                <a16:creationId xmlns:a16="http://schemas.microsoft.com/office/drawing/2014/main" id="{18E11059-E64B-F409-6BD7-2B552008CB68}"/>
              </a:ext>
            </a:extLst>
          </p:cNvPr>
          <p:cNvSpPr>
            <a:spLocks noGrp="1"/>
          </p:cNvSpPr>
          <p:nvPr>
            <p:ph type="body" sz="quarter" idx="10"/>
          </p:nvPr>
        </p:nvSpPr>
        <p:spPr/>
        <p:txBody>
          <a:bodyPr/>
          <a:lstStyle/>
          <a:p>
            <a:r>
              <a:rPr lang="en-GB" dirty="0"/>
              <a:t>Week 1 lecture | UX Strategies</a:t>
            </a:r>
          </a:p>
        </p:txBody>
      </p:sp>
    </p:spTree>
    <p:extLst>
      <p:ext uri="{BB962C8B-B14F-4D97-AF65-F5344CB8AC3E}">
        <p14:creationId xmlns:p14="http://schemas.microsoft.com/office/powerpoint/2010/main" val="29739383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D2590-7DCB-B454-A081-2FEF94F7F890}"/>
              </a:ext>
            </a:extLst>
          </p:cNvPr>
          <p:cNvSpPr>
            <a:spLocks noGrp="1"/>
          </p:cNvSpPr>
          <p:nvPr>
            <p:ph type="title"/>
          </p:nvPr>
        </p:nvSpPr>
        <p:spPr/>
        <p:txBody>
          <a:bodyPr>
            <a:normAutofit/>
          </a:bodyPr>
          <a:lstStyle/>
          <a:p>
            <a:r>
              <a:rPr lang="en-GB" dirty="0"/>
              <a:t>A Quick Discussion…</a:t>
            </a:r>
            <a:endParaRPr lang="en-US" dirty="0">
              <a:highlight>
                <a:srgbClr val="FFFF00"/>
              </a:highlight>
            </a:endParaRPr>
          </a:p>
        </p:txBody>
      </p:sp>
      <p:sp>
        <p:nvSpPr>
          <p:cNvPr id="3" name="Content Placeholder 2">
            <a:extLst>
              <a:ext uri="{FF2B5EF4-FFF2-40B4-BE49-F238E27FC236}">
                <a16:creationId xmlns:a16="http://schemas.microsoft.com/office/drawing/2014/main" id="{BD7B87CB-6701-7CDD-2DA7-0C8AD0539644}"/>
              </a:ext>
            </a:extLst>
          </p:cNvPr>
          <p:cNvSpPr>
            <a:spLocks noGrp="1"/>
          </p:cNvSpPr>
          <p:nvPr>
            <p:ph idx="1"/>
          </p:nvPr>
        </p:nvSpPr>
        <p:spPr/>
        <p:txBody>
          <a:bodyPr>
            <a:normAutofit lnSpcReduction="10000"/>
          </a:bodyPr>
          <a:lstStyle/>
          <a:p>
            <a:pPr marL="0" indent="0">
              <a:buNone/>
            </a:pPr>
            <a:r>
              <a:rPr lang="en-GB" dirty="0"/>
              <a:t>Raise your hand to answer verbally, or write your ideas in the chat box:</a:t>
            </a:r>
          </a:p>
          <a:p>
            <a:pPr marL="457200" indent="-457200">
              <a:buAutoNum type="arabicPeriod"/>
            </a:pPr>
            <a:r>
              <a:rPr lang="en-US" dirty="0">
                <a:cs typeface="Calibri"/>
              </a:rPr>
              <a:t>What is the difference between UX and UI?</a:t>
            </a:r>
          </a:p>
          <a:p>
            <a:pPr marL="457200" indent="-457200">
              <a:buAutoNum type="arabicPeriod"/>
            </a:pPr>
            <a:r>
              <a:rPr lang="en-US" dirty="0">
                <a:cs typeface="Calibri"/>
              </a:rPr>
              <a:t>Give an example</a:t>
            </a:r>
          </a:p>
          <a:p>
            <a:pPr marL="457200" indent="-457200">
              <a:buAutoNum type="arabicPeriod"/>
            </a:pPr>
            <a:r>
              <a:rPr lang="en-US" dirty="0">
                <a:cs typeface="Calibri"/>
              </a:rPr>
              <a:t>Who would like a career in UX design?</a:t>
            </a:r>
          </a:p>
          <a:p>
            <a:pPr marL="457200" indent="-457200">
              <a:buAutoNum type="arabicPeriod"/>
            </a:pPr>
            <a:r>
              <a:rPr lang="en-US" dirty="0">
                <a:cs typeface="Calibri"/>
              </a:rPr>
              <a:t>What is the expected salary range of UX designers today? </a:t>
            </a:r>
          </a:p>
          <a:p>
            <a:pPr marL="457200" indent="-457200">
              <a:buAutoNum type="arabicPeriod"/>
            </a:pPr>
            <a:endParaRPr lang="en-US" dirty="0">
              <a:cs typeface="Calibri"/>
            </a:endParaRPr>
          </a:p>
          <a:p>
            <a:pPr marL="0" indent="0">
              <a:buNone/>
            </a:pPr>
            <a:r>
              <a:rPr lang="en-GB" b="1" dirty="0">
                <a:cs typeface="Calibri"/>
              </a:rPr>
              <a:t>Remember:</a:t>
            </a:r>
          </a:p>
          <a:p>
            <a:pPr marL="0" indent="0">
              <a:buNone/>
            </a:pPr>
            <a:r>
              <a:rPr lang="en-GB" dirty="0">
                <a:cs typeface="Calibri"/>
              </a:rPr>
              <a:t>UX Designers are </a:t>
            </a:r>
            <a:r>
              <a:rPr lang="en-GB" u="sng" dirty="0">
                <a:cs typeface="Calibri"/>
              </a:rPr>
              <a:t>NOT</a:t>
            </a:r>
            <a:r>
              <a:rPr lang="en-GB" dirty="0">
                <a:cs typeface="Calibri"/>
              </a:rPr>
              <a:t> UI Designers!</a:t>
            </a:r>
          </a:p>
          <a:p>
            <a:pPr marL="0" indent="0">
              <a:buNone/>
            </a:pPr>
            <a:endParaRPr lang="en-US" dirty="0"/>
          </a:p>
          <a:p>
            <a:pPr marL="0" indent="0">
              <a:buNone/>
            </a:pPr>
            <a:endParaRPr lang="en-GB" dirty="0"/>
          </a:p>
        </p:txBody>
      </p:sp>
    </p:spTree>
    <p:extLst>
      <p:ext uri="{BB962C8B-B14F-4D97-AF65-F5344CB8AC3E}">
        <p14:creationId xmlns:p14="http://schemas.microsoft.com/office/powerpoint/2010/main" val="24699309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59BBE-BFEA-2737-DBDA-B2AA7E8DB460}"/>
              </a:ext>
            </a:extLst>
          </p:cNvPr>
          <p:cNvSpPr>
            <a:spLocks noGrp="1"/>
          </p:cNvSpPr>
          <p:nvPr>
            <p:ph type="title"/>
          </p:nvPr>
        </p:nvSpPr>
        <p:spPr/>
        <p:txBody>
          <a:bodyPr/>
          <a:lstStyle/>
          <a:p>
            <a:r>
              <a:rPr lang="en-GB" dirty="0"/>
              <a:t>Differences between UI and UX Design (1)</a:t>
            </a:r>
          </a:p>
        </p:txBody>
      </p:sp>
      <p:pic>
        <p:nvPicPr>
          <p:cNvPr id="4" name="Content Placeholder 3">
            <a:extLst>
              <a:ext uri="{FF2B5EF4-FFF2-40B4-BE49-F238E27FC236}">
                <a16:creationId xmlns:a16="http://schemas.microsoft.com/office/drawing/2014/main" id="{52715F16-D7DF-23D5-CE0A-6CBC68678485}"/>
              </a:ext>
            </a:extLst>
          </p:cNvPr>
          <p:cNvPicPr>
            <a:picLocks noGrp="1" noChangeAspect="1"/>
          </p:cNvPicPr>
          <p:nvPr>
            <p:ph idx="1"/>
          </p:nvPr>
        </p:nvPicPr>
        <p:blipFill>
          <a:blip r:embed="rId3"/>
          <a:stretch>
            <a:fillRect/>
          </a:stretch>
        </p:blipFill>
        <p:spPr>
          <a:xfrm>
            <a:off x="1792297" y="1249363"/>
            <a:ext cx="8607406" cy="5143500"/>
          </a:xfrm>
          <a:prstGeom prst="rect">
            <a:avLst/>
          </a:prstGeom>
        </p:spPr>
      </p:pic>
      <p:sp>
        <p:nvSpPr>
          <p:cNvPr id="5" name="TextBox 4">
            <a:extLst>
              <a:ext uri="{FF2B5EF4-FFF2-40B4-BE49-F238E27FC236}">
                <a16:creationId xmlns:a16="http://schemas.microsoft.com/office/drawing/2014/main" id="{A01BB686-9290-E049-1CD4-5F15239E0CE8}"/>
              </a:ext>
            </a:extLst>
          </p:cNvPr>
          <p:cNvSpPr txBox="1"/>
          <p:nvPr/>
        </p:nvSpPr>
        <p:spPr>
          <a:xfrm>
            <a:off x="1792297" y="6393979"/>
            <a:ext cx="4026936" cy="369332"/>
          </a:xfrm>
          <a:prstGeom prst="rect">
            <a:avLst/>
          </a:prstGeom>
          <a:noFill/>
        </p:spPr>
        <p:txBody>
          <a:bodyPr wrap="none" rtlCol="0">
            <a:spAutoFit/>
          </a:bodyPr>
          <a:lstStyle/>
          <a:p>
            <a:r>
              <a:rPr lang="en-GB" dirty="0">
                <a:solidFill>
                  <a:srgbClr val="063532"/>
                </a:solidFill>
              </a:rPr>
              <a:t>(Papdan.com cited in Weerasinghe 2018)</a:t>
            </a:r>
          </a:p>
        </p:txBody>
      </p:sp>
    </p:spTree>
    <p:extLst>
      <p:ext uri="{BB962C8B-B14F-4D97-AF65-F5344CB8AC3E}">
        <p14:creationId xmlns:p14="http://schemas.microsoft.com/office/powerpoint/2010/main" val="5873851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59BBE-BFEA-2737-DBDA-B2AA7E8DB460}"/>
              </a:ext>
            </a:extLst>
          </p:cNvPr>
          <p:cNvSpPr>
            <a:spLocks noGrp="1"/>
          </p:cNvSpPr>
          <p:nvPr>
            <p:ph type="title"/>
          </p:nvPr>
        </p:nvSpPr>
        <p:spPr/>
        <p:txBody>
          <a:bodyPr/>
          <a:lstStyle/>
          <a:p>
            <a:r>
              <a:rPr lang="en-GB" dirty="0"/>
              <a:t>Differences between UI and UX Design (2)</a:t>
            </a:r>
          </a:p>
        </p:txBody>
      </p:sp>
      <p:sp>
        <p:nvSpPr>
          <p:cNvPr id="5" name="TextBox 4">
            <a:extLst>
              <a:ext uri="{FF2B5EF4-FFF2-40B4-BE49-F238E27FC236}">
                <a16:creationId xmlns:a16="http://schemas.microsoft.com/office/drawing/2014/main" id="{A01BB686-9290-E049-1CD4-5F15239E0CE8}"/>
              </a:ext>
            </a:extLst>
          </p:cNvPr>
          <p:cNvSpPr txBox="1"/>
          <p:nvPr/>
        </p:nvSpPr>
        <p:spPr>
          <a:xfrm>
            <a:off x="849890" y="6392863"/>
            <a:ext cx="1981312" cy="369332"/>
          </a:xfrm>
          <a:prstGeom prst="rect">
            <a:avLst/>
          </a:prstGeom>
          <a:noFill/>
        </p:spPr>
        <p:txBody>
          <a:bodyPr wrap="none" rtlCol="0">
            <a:spAutoFit/>
          </a:bodyPr>
          <a:lstStyle/>
          <a:p>
            <a:r>
              <a:rPr lang="en-GB" dirty="0">
                <a:solidFill>
                  <a:srgbClr val="063532"/>
                </a:solidFill>
              </a:rPr>
              <a:t>(</a:t>
            </a:r>
            <a:r>
              <a:rPr lang="en-GB" dirty="0" err="1">
                <a:solidFill>
                  <a:srgbClr val="063532"/>
                </a:solidFill>
              </a:rPr>
              <a:t>skillsfuture</a:t>
            </a:r>
            <a:r>
              <a:rPr lang="en-GB" dirty="0">
                <a:solidFill>
                  <a:srgbClr val="063532"/>
                </a:solidFill>
              </a:rPr>
              <a:t> 2021a)</a:t>
            </a:r>
          </a:p>
        </p:txBody>
      </p:sp>
      <p:pic>
        <p:nvPicPr>
          <p:cNvPr id="7" name="Content Placeholder 6">
            <a:extLst>
              <a:ext uri="{FF2B5EF4-FFF2-40B4-BE49-F238E27FC236}">
                <a16:creationId xmlns:a16="http://schemas.microsoft.com/office/drawing/2014/main" id="{2817376E-1301-D4D1-C4A7-5B95D41DEEB0}"/>
              </a:ext>
              <a:ext uri="{C183D7F6-B498-43B3-948B-1728B52AA6E4}">
                <adec:decorative xmlns:adec="http://schemas.microsoft.com/office/drawing/2017/decorative" val="1"/>
              </a:ext>
            </a:extLst>
          </p:cNvPr>
          <p:cNvPicPr>
            <a:picLocks noGrp="1" noChangeAspect="1"/>
          </p:cNvPicPr>
          <p:nvPr>
            <p:ph idx="1"/>
          </p:nvPr>
        </p:nvPicPr>
        <p:blipFill rotWithShape="1">
          <a:blip r:embed="rId3"/>
          <a:srcRect t="6370" r="346" b="9722"/>
          <a:stretch/>
        </p:blipFill>
        <p:spPr>
          <a:xfrm>
            <a:off x="947797" y="1249363"/>
            <a:ext cx="10296406" cy="5143500"/>
          </a:xfrm>
          <a:prstGeom prst="rect">
            <a:avLst/>
          </a:prstGeom>
          <a:ln>
            <a:noFill/>
          </a:ln>
        </p:spPr>
      </p:pic>
    </p:spTree>
    <p:extLst>
      <p:ext uri="{BB962C8B-B14F-4D97-AF65-F5344CB8AC3E}">
        <p14:creationId xmlns:p14="http://schemas.microsoft.com/office/powerpoint/2010/main" val="41990018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64691-C005-1E0A-BB0B-2F257103BE66}"/>
              </a:ext>
            </a:extLst>
          </p:cNvPr>
          <p:cNvSpPr>
            <a:spLocks noGrp="1"/>
          </p:cNvSpPr>
          <p:nvPr>
            <p:ph type="title"/>
          </p:nvPr>
        </p:nvSpPr>
        <p:spPr/>
        <p:txBody>
          <a:bodyPr/>
          <a:lstStyle/>
          <a:p>
            <a:r>
              <a:rPr lang="en-GB"/>
              <a:t>Session Outcomes</a:t>
            </a:r>
            <a:endParaRPr lang="en-US"/>
          </a:p>
        </p:txBody>
      </p:sp>
      <p:sp>
        <p:nvSpPr>
          <p:cNvPr id="3" name="Content Placeholder 2">
            <a:extLst>
              <a:ext uri="{FF2B5EF4-FFF2-40B4-BE49-F238E27FC236}">
                <a16:creationId xmlns:a16="http://schemas.microsoft.com/office/drawing/2014/main" id="{D89901A2-04AE-D3CB-FC46-ED162487BC92}"/>
              </a:ext>
            </a:extLst>
          </p:cNvPr>
          <p:cNvSpPr>
            <a:spLocks noGrp="1"/>
          </p:cNvSpPr>
          <p:nvPr>
            <p:ph idx="1"/>
          </p:nvPr>
        </p:nvSpPr>
        <p:spPr/>
        <p:txBody>
          <a:bodyPr vert="horz" lIns="91440" tIns="45720" rIns="91440" bIns="45720" rtlCol="0" anchor="t">
            <a:normAutofit/>
          </a:bodyPr>
          <a:lstStyle/>
          <a:p>
            <a:r>
              <a:rPr lang="en-GB" dirty="0"/>
              <a:t>Learning Outcome 1: </a:t>
            </a:r>
            <a:r>
              <a:rPr lang="en-GB" b="1" dirty="0"/>
              <a:t>Identify</a:t>
            </a:r>
            <a:r>
              <a:rPr lang="en-GB" dirty="0"/>
              <a:t> the key components of User Experience context, including understanding the technology and stakeholders. </a:t>
            </a:r>
          </a:p>
          <a:p>
            <a:endParaRPr lang="en-GB" dirty="0"/>
          </a:p>
          <a:p>
            <a:r>
              <a:rPr lang="en-GB" dirty="0"/>
              <a:t>Learning Outcome 2: </a:t>
            </a:r>
            <a:r>
              <a:rPr lang="en-GB" b="1" dirty="0">
                <a:ea typeface="+mn-lt"/>
                <a:cs typeface="+mn-lt"/>
              </a:rPr>
              <a:t>Explain</a:t>
            </a:r>
            <a:r>
              <a:rPr lang="en-GB" dirty="0"/>
              <a:t> usability and effectiveness of digital products and services and to identify UX Strategies examples through case study.</a:t>
            </a:r>
          </a:p>
          <a:p>
            <a:endParaRPr lang="en-GB" dirty="0">
              <a:cs typeface="Calibri"/>
            </a:endParaRPr>
          </a:p>
          <a:p>
            <a:pPr marL="0" indent="0">
              <a:buNone/>
            </a:pPr>
            <a:endParaRPr lang="en-GB" dirty="0">
              <a:ea typeface="Calibri"/>
              <a:cs typeface="Calibri"/>
            </a:endParaRPr>
          </a:p>
        </p:txBody>
      </p:sp>
    </p:spTree>
    <p:extLst>
      <p:ext uri="{BB962C8B-B14F-4D97-AF65-F5344CB8AC3E}">
        <p14:creationId xmlns:p14="http://schemas.microsoft.com/office/powerpoint/2010/main" val="22028596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23DF4-F8A6-9E90-2937-9F44154E085B}"/>
              </a:ext>
            </a:extLst>
          </p:cNvPr>
          <p:cNvSpPr>
            <a:spLocks noGrp="1"/>
          </p:cNvSpPr>
          <p:nvPr>
            <p:ph type="title"/>
          </p:nvPr>
        </p:nvSpPr>
        <p:spPr>
          <a:xfrm>
            <a:off x="547199" y="2082800"/>
            <a:ext cx="9718029" cy="2351314"/>
          </a:xfrm>
        </p:spPr>
        <p:txBody>
          <a:bodyPr/>
          <a:lstStyle/>
          <a:p>
            <a:r>
              <a:rPr lang="en-GB" dirty="0">
                <a:cs typeface="Calibri Light"/>
              </a:rPr>
              <a:t>Topic 1: </a:t>
            </a:r>
            <a:br>
              <a:rPr lang="en-GB" dirty="0">
                <a:cs typeface="Calibri Light"/>
              </a:rPr>
            </a:br>
            <a:r>
              <a:rPr lang="en-GB" dirty="0">
                <a:cs typeface="Calibri Light"/>
              </a:rPr>
              <a:t>UX Strategies</a:t>
            </a:r>
            <a:endParaRPr lang="en-GB" dirty="0"/>
          </a:p>
        </p:txBody>
      </p:sp>
    </p:spTree>
    <p:extLst>
      <p:ext uri="{BB962C8B-B14F-4D97-AF65-F5344CB8AC3E}">
        <p14:creationId xmlns:p14="http://schemas.microsoft.com/office/powerpoint/2010/main" val="30885447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64691-C005-1E0A-BB0B-2F257103BE66}"/>
              </a:ext>
            </a:extLst>
          </p:cNvPr>
          <p:cNvSpPr>
            <a:spLocks noGrp="1"/>
          </p:cNvSpPr>
          <p:nvPr>
            <p:ph type="title"/>
          </p:nvPr>
        </p:nvSpPr>
        <p:spPr/>
        <p:txBody>
          <a:bodyPr/>
          <a:lstStyle/>
          <a:p>
            <a:r>
              <a:rPr lang="en-GB" dirty="0"/>
              <a:t>UX Strategies - Subtopics</a:t>
            </a:r>
            <a:endParaRPr lang="en-US" dirty="0"/>
          </a:p>
        </p:txBody>
      </p:sp>
      <p:sp>
        <p:nvSpPr>
          <p:cNvPr id="5" name="Content Placeholder 4">
            <a:extLst>
              <a:ext uri="{FF2B5EF4-FFF2-40B4-BE49-F238E27FC236}">
                <a16:creationId xmlns:a16="http://schemas.microsoft.com/office/drawing/2014/main" id="{796DC377-770D-A33C-E88E-CC1BDE7BACA8}"/>
              </a:ext>
            </a:extLst>
          </p:cNvPr>
          <p:cNvSpPr>
            <a:spLocks noGrp="1"/>
          </p:cNvSpPr>
          <p:nvPr>
            <p:ph idx="1"/>
          </p:nvPr>
        </p:nvSpPr>
        <p:spPr/>
        <p:txBody>
          <a:bodyPr>
            <a:normAutofit/>
          </a:bodyPr>
          <a:lstStyle/>
          <a:p>
            <a:pPr marL="0" indent="0">
              <a:buNone/>
            </a:pPr>
            <a:r>
              <a:rPr lang="en-GB" dirty="0"/>
              <a:t>This week’s Lecture will contain one large topic, covering the following sub-topics:</a:t>
            </a:r>
          </a:p>
          <a:p>
            <a:pPr lvl="1"/>
            <a:r>
              <a:rPr lang="en-GB" dirty="0"/>
              <a:t>Design Thinking</a:t>
            </a:r>
          </a:p>
          <a:p>
            <a:pPr lvl="1"/>
            <a:r>
              <a:rPr lang="en-GB" dirty="0"/>
              <a:t>Components of UX Strategy</a:t>
            </a:r>
          </a:p>
          <a:p>
            <a:pPr lvl="1"/>
            <a:r>
              <a:rPr lang="en-GB" dirty="0"/>
              <a:t>Applicability of UX through 4D Model</a:t>
            </a:r>
          </a:p>
          <a:p>
            <a:pPr lvl="1"/>
            <a:r>
              <a:rPr lang="en-GB" dirty="0"/>
              <a:t>Retail Company Case study</a:t>
            </a:r>
          </a:p>
          <a:p>
            <a:pPr lvl="1"/>
            <a:r>
              <a:rPr lang="en-GB" dirty="0"/>
              <a:t>Ecommerce Website Case Study</a:t>
            </a:r>
          </a:p>
        </p:txBody>
      </p:sp>
    </p:spTree>
    <p:extLst>
      <p:ext uri="{BB962C8B-B14F-4D97-AF65-F5344CB8AC3E}">
        <p14:creationId xmlns:p14="http://schemas.microsoft.com/office/powerpoint/2010/main" val="39304487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64691-C005-1E0A-BB0B-2F257103BE66}"/>
              </a:ext>
            </a:extLst>
          </p:cNvPr>
          <p:cNvSpPr>
            <a:spLocks noGrp="1"/>
          </p:cNvSpPr>
          <p:nvPr>
            <p:ph type="title"/>
          </p:nvPr>
        </p:nvSpPr>
        <p:spPr/>
        <p:txBody>
          <a:bodyPr/>
          <a:lstStyle/>
          <a:p>
            <a:r>
              <a:rPr lang="en-GB" dirty="0"/>
              <a:t>Definition</a:t>
            </a:r>
            <a:endParaRPr lang="en-US" dirty="0"/>
          </a:p>
        </p:txBody>
      </p:sp>
      <p:sp>
        <p:nvSpPr>
          <p:cNvPr id="5" name="Content Placeholder 4">
            <a:extLst>
              <a:ext uri="{FF2B5EF4-FFF2-40B4-BE49-F238E27FC236}">
                <a16:creationId xmlns:a16="http://schemas.microsoft.com/office/drawing/2014/main" id="{796DC377-770D-A33C-E88E-CC1BDE7BACA8}"/>
              </a:ext>
            </a:extLst>
          </p:cNvPr>
          <p:cNvSpPr>
            <a:spLocks noGrp="1"/>
          </p:cNvSpPr>
          <p:nvPr>
            <p:ph idx="1"/>
          </p:nvPr>
        </p:nvSpPr>
        <p:spPr/>
        <p:txBody>
          <a:bodyPr>
            <a:normAutofit fontScale="92500" lnSpcReduction="20000"/>
          </a:bodyPr>
          <a:lstStyle/>
          <a:p>
            <a:pPr marL="0" indent="0">
              <a:buNone/>
            </a:pPr>
            <a:r>
              <a:rPr lang="en-US" dirty="0">
                <a:cs typeface="Calibri"/>
              </a:rPr>
              <a:t>Write a short definition of UX strategy in your own words. Type it in the chat box, but don't press send until the lecturer gives the instruction. You have 2 minutes. </a:t>
            </a:r>
          </a:p>
          <a:p>
            <a:endParaRPr lang="en-US" dirty="0"/>
          </a:p>
          <a:p>
            <a:r>
              <a:rPr lang="en-US" b="1" dirty="0">
                <a:ea typeface="+mn-lt"/>
                <a:cs typeface="+mn-lt"/>
              </a:rPr>
              <a:t>Definition of UX Strategy:</a:t>
            </a:r>
            <a:r>
              <a:rPr lang="en-US" dirty="0">
                <a:ea typeface="+mn-lt"/>
                <a:cs typeface="+mn-lt"/>
              </a:rPr>
              <a:t> UX strategy defines the approach to creating products that offer meaningful and relevant experiences to users. It encompasses the entire user experience, from the initial interaction to the final use.</a:t>
            </a:r>
            <a:br>
              <a:rPr lang="en-US" dirty="0">
                <a:ea typeface="+mn-lt"/>
                <a:cs typeface="+mn-lt"/>
              </a:rPr>
            </a:br>
            <a:r>
              <a:rPr lang="en-US" sz="1600" dirty="0">
                <a:ea typeface="+mn-lt"/>
                <a:cs typeface="+mn-lt"/>
              </a:rPr>
              <a:t>(</a:t>
            </a:r>
            <a:r>
              <a:rPr lang="en-US" sz="1600" dirty="0" err="1">
                <a:ea typeface="+mn-lt"/>
                <a:cs typeface="+mn-lt"/>
              </a:rPr>
              <a:t>Soegaard</a:t>
            </a:r>
            <a:r>
              <a:rPr lang="en-US" sz="1600" dirty="0">
                <a:ea typeface="+mn-lt"/>
                <a:cs typeface="+mn-lt"/>
              </a:rPr>
              <a:t> 2024a)</a:t>
            </a:r>
            <a:endParaRPr lang="en-US" dirty="0">
              <a:cs typeface="Calibri" panose="020F0502020204030204"/>
            </a:endParaRPr>
          </a:p>
          <a:p>
            <a:r>
              <a:rPr lang="en-US" b="1" dirty="0">
                <a:ea typeface="+mn-lt"/>
                <a:cs typeface="+mn-lt"/>
              </a:rPr>
              <a:t>Importance of UX Strategy in the Modern Business Context:</a:t>
            </a:r>
            <a:r>
              <a:rPr lang="en-US" dirty="0">
                <a:ea typeface="+mn-lt"/>
                <a:cs typeface="+mn-lt"/>
              </a:rPr>
              <a:t> Differentiates brands in a competitive market. Enhances user satisfaction and loyalty. Drives business growth through improved user engagement and retention.</a:t>
            </a:r>
            <a:br>
              <a:rPr lang="en-US" dirty="0">
                <a:ea typeface="+mn-lt"/>
                <a:cs typeface="+mn-lt"/>
              </a:rPr>
            </a:br>
            <a:r>
              <a:rPr lang="en-US" sz="1500" dirty="0">
                <a:ea typeface="+mn-lt"/>
                <a:cs typeface="+mn-lt"/>
              </a:rPr>
              <a:t>(</a:t>
            </a:r>
            <a:r>
              <a:rPr lang="en-US" sz="1500" dirty="0" err="1">
                <a:ea typeface="+mn-lt"/>
                <a:cs typeface="+mn-lt"/>
              </a:rPr>
              <a:t>Soegaard</a:t>
            </a:r>
            <a:r>
              <a:rPr lang="en-US" sz="1500" dirty="0">
                <a:ea typeface="+mn-lt"/>
                <a:cs typeface="+mn-lt"/>
              </a:rPr>
              <a:t> 2024a)</a:t>
            </a:r>
            <a:endParaRPr lang="en-US" sz="1500" dirty="0">
              <a:cs typeface="Calibri"/>
            </a:endParaRPr>
          </a:p>
          <a:p>
            <a:endParaRPr lang="en-GB" dirty="0"/>
          </a:p>
        </p:txBody>
      </p:sp>
    </p:spTree>
    <p:extLst>
      <p:ext uri="{BB962C8B-B14F-4D97-AF65-F5344CB8AC3E}">
        <p14:creationId xmlns:p14="http://schemas.microsoft.com/office/powerpoint/2010/main" val="2923526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500"/>
                                        <p:tgtEl>
                                          <p:spTgt spid="5">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64691-C005-1E0A-BB0B-2F257103BE66}"/>
              </a:ext>
            </a:extLst>
          </p:cNvPr>
          <p:cNvSpPr>
            <a:spLocks noGrp="1"/>
          </p:cNvSpPr>
          <p:nvPr>
            <p:ph type="title"/>
          </p:nvPr>
        </p:nvSpPr>
        <p:spPr/>
        <p:txBody>
          <a:bodyPr/>
          <a:lstStyle/>
          <a:p>
            <a:r>
              <a:rPr lang="en-GB" dirty="0"/>
              <a:t>What is Design Thinking? (1)</a:t>
            </a:r>
            <a:endParaRPr lang="en-US" dirty="0"/>
          </a:p>
        </p:txBody>
      </p:sp>
      <p:pic>
        <p:nvPicPr>
          <p:cNvPr id="3" name="Content Placeholder 3" descr="A diagram of a design process">
            <a:extLst>
              <a:ext uri="{FF2B5EF4-FFF2-40B4-BE49-F238E27FC236}">
                <a16:creationId xmlns:a16="http://schemas.microsoft.com/office/drawing/2014/main" id="{E8F06DC5-FA95-E266-9574-C8E334F16D2F}"/>
              </a:ext>
            </a:extLst>
          </p:cNvPr>
          <p:cNvPicPr>
            <a:picLocks noGrp="1" noChangeAspect="1"/>
          </p:cNvPicPr>
          <p:nvPr>
            <p:ph idx="1"/>
          </p:nvPr>
        </p:nvPicPr>
        <p:blipFill rotWithShape="1">
          <a:blip r:embed="rId3"/>
          <a:srcRect r="-3" b="920"/>
          <a:stretch/>
        </p:blipFill>
        <p:spPr>
          <a:xfrm>
            <a:off x="6289594" y="1039861"/>
            <a:ext cx="5521659" cy="5470696"/>
          </a:xfrm>
          <a:prstGeom prst="rect">
            <a:avLst/>
          </a:prstGeom>
        </p:spPr>
      </p:pic>
      <p:sp>
        <p:nvSpPr>
          <p:cNvPr id="5" name="TextBox 4">
            <a:extLst>
              <a:ext uri="{FF2B5EF4-FFF2-40B4-BE49-F238E27FC236}">
                <a16:creationId xmlns:a16="http://schemas.microsoft.com/office/drawing/2014/main" id="{284EB0CD-9717-94B9-2CDE-FB434E977493}"/>
              </a:ext>
            </a:extLst>
          </p:cNvPr>
          <p:cNvSpPr txBox="1"/>
          <p:nvPr/>
        </p:nvSpPr>
        <p:spPr>
          <a:xfrm>
            <a:off x="380748" y="1339566"/>
            <a:ext cx="5521659" cy="5518434"/>
          </a:xfrm>
          <a:prstGeom prst="rect">
            <a:avLst/>
          </a:prstGeom>
          <a:noFill/>
        </p:spPr>
        <p:txBody>
          <a:bodyPr wrap="square" rtlCol="0">
            <a:spAutoFit/>
          </a:bodyPr>
          <a:lstStyle/>
          <a:p>
            <a:pPr marL="342900" indent="-228600">
              <a:lnSpc>
                <a:spcPct val="90000"/>
              </a:lnSpc>
              <a:spcAft>
                <a:spcPts val="600"/>
              </a:spcAft>
              <a:buFont typeface="Arial" panose="020B0604020202020204" pitchFamily="34" charset="0"/>
              <a:buChar char="•"/>
            </a:pPr>
            <a:r>
              <a:rPr lang="en-US" sz="2400" dirty="0">
                <a:solidFill>
                  <a:srgbClr val="063532"/>
                </a:solidFill>
                <a:latin typeface="Arial" panose="020B0604020202020204" pitchFamily="34" charset="0"/>
                <a:cs typeface="Arial" panose="020B0604020202020204" pitchFamily="34" charset="0"/>
              </a:rPr>
              <a:t>Design thinking is an iterative, non-linear process teams use to understand users, challenge existing assumptions, redefine problems and craft innovative solutions they prototype and test.</a:t>
            </a:r>
          </a:p>
          <a:p>
            <a:pPr marL="342900" indent="-228600">
              <a:lnSpc>
                <a:spcPct val="90000"/>
              </a:lnSpc>
              <a:spcAft>
                <a:spcPts val="600"/>
              </a:spcAft>
              <a:buFont typeface="Arial" panose="020B0604020202020204" pitchFamily="34" charset="0"/>
              <a:buChar char="•"/>
            </a:pPr>
            <a:endParaRPr lang="en-US" sz="2400" dirty="0">
              <a:solidFill>
                <a:srgbClr val="063532"/>
              </a:solidFill>
              <a:latin typeface="Arial" panose="020B0604020202020204" pitchFamily="34" charset="0"/>
              <a:cs typeface="Arial" panose="020B0604020202020204" pitchFamily="34" charset="0"/>
            </a:endParaRPr>
          </a:p>
          <a:p>
            <a:pPr marL="342900" indent="-228600">
              <a:lnSpc>
                <a:spcPct val="90000"/>
              </a:lnSpc>
              <a:spcAft>
                <a:spcPts val="600"/>
              </a:spcAft>
              <a:buFont typeface="Arial" panose="020B0604020202020204" pitchFamily="34" charset="0"/>
              <a:buChar char="•"/>
            </a:pPr>
            <a:r>
              <a:rPr lang="en-US" sz="2400" dirty="0">
                <a:solidFill>
                  <a:srgbClr val="063532"/>
                </a:solidFill>
                <a:latin typeface="Arial" panose="020B0604020202020204" pitchFamily="34" charset="0"/>
                <a:cs typeface="Arial" panose="020B0604020202020204" pitchFamily="34" charset="0"/>
              </a:rPr>
              <a:t>You can use it to tackle complex or undefined problems. </a:t>
            </a:r>
          </a:p>
          <a:p>
            <a:pPr marL="342900" indent="-228600">
              <a:lnSpc>
                <a:spcPct val="90000"/>
              </a:lnSpc>
              <a:spcAft>
                <a:spcPts val="600"/>
              </a:spcAft>
              <a:buFont typeface="Arial" panose="020B0604020202020204" pitchFamily="34" charset="0"/>
              <a:buChar char="•"/>
            </a:pPr>
            <a:endParaRPr lang="en-US" sz="2400" dirty="0">
              <a:solidFill>
                <a:srgbClr val="063532"/>
              </a:solidFill>
              <a:latin typeface="Arial" panose="020B0604020202020204" pitchFamily="34" charset="0"/>
              <a:cs typeface="Arial" panose="020B0604020202020204" pitchFamily="34" charset="0"/>
            </a:endParaRPr>
          </a:p>
          <a:p>
            <a:pPr marL="342900" indent="-228600">
              <a:lnSpc>
                <a:spcPct val="90000"/>
              </a:lnSpc>
              <a:spcAft>
                <a:spcPts val="600"/>
              </a:spcAft>
              <a:buFont typeface="Arial" panose="020B0604020202020204" pitchFamily="34" charset="0"/>
              <a:buChar char="•"/>
            </a:pPr>
            <a:r>
              <a:rPr lang="en-US" sz="2400" dirty="0">
                <a:solidFill>
                  <a:srgbClr val="063532"/>
                </a:solidFill>
                <a:latin typeface="Arial" panose="020B0604020202020204" pitchFamily="34" charset="0"/>
                <a:cs typeface="Arial" panose="020B0604020202020204" pitchFamily="34" charset="0"/>
              </a:rPr>
              <a:t>The process comprises five key phases: </a:t>
            </a:r>
            <a:r>
              <a:rPr lang="en-US" sz="2400" dirty="0">
                <a:solidFill>
                  <a:srgbClr val="0070C0"/>
                </a:solid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Empathize</a:t>
            </a:r>
            <a:r>
              <a:rPr lang="en-US" sz="2400" dirty="0">
                <a:solidFill>
                  <a:srgbClr val="063532"/>
                </a:solidFill>
                <a:latin typeface="Arial" panose="020B0604020202020204" pitchFamily="34" charset="0"/>
                <a:cs typeface="Arial" panose="020B0604020202020204" pitchFamily="34" charset="0"/>
              </a:rPr>
              <a:t>, Define, Ideate, Prototype and Test. </a:t>
            </a:r>
            <a:r>
              <a:rPr lang="en-GB" sz="2400" dirty="0">
                <a:solidFill>
                  <a:srgbClr val="063532"/>
                </a:solidFill>
                <a:latin typeface="Arial" panose="020B0604020202020204" pitchFamily="34" charset="0"/>
                <a:cs typeface="Arial" panose="020B0604020202020204" pitchFamily="34" charset="0"/>
              </a:rPr>
              <a:t>(</a:t>
            </a:r>
            <a:r>
              <a:rPr lang="en-GB" sz="2400" dirty="0" err="1">
                <a:solidFill>
                  <a:srgbClr val="063532"/>
                </a:solidFill>
                <a:latin typeface="Arial" panose="020B0604020202020204" pitchFamily="34" charset="0"/>
                <a:cs typeface="Arial" panose="020B0604020202020204" pitchFamily="34" charset="0"/>
              </a:rPr>
              <a:t>IdxF</a:t>
            </a:r>
            <a:r>
              <a:rPr lang="en-GB" sz="2400" dirty="0">
                <a:solidFill>
                  <a:srgbClr val="063532"/>
                </a:solidFill>
                <a:latin typeface="Arial" panose="020B0604020202020204" pitchFamily="34" charset="0"/>
                <a:cs typeface="Arial" panose="020B0604020202020204" pitchFamily="34" charset="0"/>
              </a:rPr>
              <a:t> 2024)</a:t>
            </a:r>
          </a:p>
          <a:p>
            <a:pPr marL="342900" indent="-228600">
              <a:lnSpc>
                <a:spcPct val="90000"/>
              </a:lnSpc>
              <a:spcAft>
                <a:spcPts val="600"/>
              </a:spcAft>
              <a:buFont typeface="Arial" panose="020B0604020202020204" pitchFamily="34" charset="0"/>
              <a:buChar char="•"/>
            </a:pPr>
            <a:endParaRPr lang="en-US" sz="2400" dirty="0">
              <a:solidFill>
                <a:srgbClr val="063532"/>
              </a:solidFill>
              <a:latin typeface="Arial" panose="020B0604020202020204" pitchFamily="34" charset="0"/>
              <a:cs typeface="Arial" panose="020B0604020202020204" pitchFamily="34" charset="0"/>
            </a:endParaRPr>
          </a:p>
          <a:p>
            <a:endParaRPr lang="en-GB"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72E5FB69-ED72-2529-AF61-2829AA73BDE4}"/>
              </a:ext>
            </a:extLst>
          </p:cNvPr>
          <p:cNvSpPr txBox="1"/>
          <p:nvPr/>
        </p:nvSpPr>
        <p:spPr>
          <a:xfrm>
            <a:off x="6364586" y="6466997"/>
            <a:ext cx="1915909" cy="369332"/>
          </a:xfrm>
          <a:prstGeom prst="rect">
            <a:avLst/>
          </a:prstGeom>
          <a:noFill/>
        </p:spPr>
        <p:txBody>
          <a:bodyPr wrap="none" rtlCol="0">
            <a:spAutoFit/>
          </a:bodyPr>
          <a:lstStyle/>
          <a:p>
            <a:r>
              <a:rPr lang="en-GB" dirty="0">
                <a:solidFill>
                  <a:srgbClr val="063532"/>
                </a:solidFill>
                <a:latin typeface="Arial" panose="020B0604020202020204" pitchFamily="34" charset="0"/>
                <a:cs typeface="Arial" panose="020B0604020202020204" pitchFamily="34" charset="0"/>
              </a:rPr>
              <a:t>(</a:t>
            </a:r>
            <a:r>
              <a:rPr lang="en-GB" dirty="0" err="1">
                <a:solidFill>
                  <a:srgbClr val="063532"/>
                </a:solidFill>
                <a:latin typeface="Arial" panose="020B0604020202020204" pitchFamily="34" charset="0"/>
                <a:cs typeface="Arial" panose="020B0604020202020204" pitchFamily="34" charset="0"/>
              </a:rPr>
              <a:t>Soegaard</a:t>
            </a:r>
            <a:r>
              <a:rPr lang="en-GB" dirty="0">
                <a:solidFill>
                  <a:srgbClr val="063532"/>
                </a:solidFill>
                <a:latin typeface="Arial" panose="020B0604020202020204" pitchFamily="34" charset="0"/>
                <a:cs typeface="Arial" panose="020B0604020202020204" pitchFamily="34" charset="0"/>
              </a:rPr>
              <a:t> 2024)</a:t>
            </a:r>
          </a:p>
        </p:txBody>
      </p:sp>
    </p:spTree>
    <p:extLst>
      <p:ext uri="{BB962C8B-B14F-4D97-AF65-F5344CB8AC3E}">
        <p14:creationId xmlns:p14="http://schemas.microsoft.com/office/powerpoint/2010/main" val="34510370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64691-C005-1E0A-BB0B-2F257103BE66}"/>
              </a:ext>
            </a:extLst>
          </p:cNvPr>
          <p:cNvSpPr>
            <a:spLocks noGrp="1"/>
          </p:cNvSpPr>
          <p:nvPr>
            <p:ph type="title"/>
          </p:nvPr>
        </p:nvSpPr>
        <p:spPr/>
        <p:txBody>
          <a:bodyPr/>
          <a:lstStyle/>
          <a:p>
            <a:r>
              <a:rPr lang="en-GB" dirty="0"/>
              <a:t>What is Design Thinking? (2)</a:t>
            </a:r>
            <a:endParaRPr lang="en-US" dirty="0"/>
          </a:p>
        </p:txBody>
      </p:sp>
      <p:pic>
        <p:nvPicPr>
          <p:cNvPr id="3" name="Content Placeholder 3" descr="A group of people talking to each other&#10;&#10;Description automatically generated">
            <a:extLst>
              <a:ext uri="{FF2B5EF4-FFF2-40B4-BE49-F238E27FC236}">
                <a16:creationId xmlns:a16="http://schemas.microsoft.com/office/drawing/2014/main" id="{8797AADA-C018-7079-F197-FB35D9919BDB}"/>
              </a:ext>
            </a:extLst>
          </p:cNvPr>
          <p:cNvPicPr>
            <a:picLocks noGrp="1" noChangeAspect="1"/>
          </p:cNvPicPr>
          <p:nvPr>
            <p:ph idx="1"/>
          </p:nvPr>
        </p:nvPicPr>
        <p:blipFill rotWithShape="1">
          <a:blip r:embed="rId2"/>
          <a:srcRect r="-118" b="9163"/>
          <a:stretch/>
        </p:blipFill>
        <p:spPr>
          <a:xfrm>
            <a:off x="1017603" y="1010200"/>
            <a:ext cx="10156794" cy="5143399"/>
          </a:xfrm>
        </p:spPr>
      </p:pic>
      <p:sp>
        <p:nvSpPr>
          <p:cNvPr id="4" name="TextBox 3">
            <a:extLst>
              <a:ext uri="{FF2B5EF4-FFF2-40B4-BE49-F238E27FC236}">
                <a16:creationId xmlns:a16="http://schemas.microsoft.com/office/drawing/2014/main" id="{C03EC240-B02F-32EA-3C12-4F27373227C1}"/>
              </a:ext>
            </a:extLst>
          </p:cNvPr>
          <p:cNvSpPr txBox="1"/>
          <p:nvPr/>
        </p:nvSpPr>
        <p:spPr>
          <a:xfrm>
            <a:off x="1017603" y="6242199"/>
            <a:ext cx="1992533" cy="369332"/>
          </a:xfrm>
          <a:prstGeom prst="rect">
            <a:avLst/>
          </a:prstGeom>
          <a:noFill/>
        </p:spPr>
        <p:txBody>
          <a:bodyPr wrap="none" rtlCol="0">
            <a:spAutoFit/>
          </a:bodyPr>
          <a:lstStyle/>
          <a:p>
            <a:r>
              <a:rPr lang="en-GB" dirty="0">
                <a:solidFill>
                  <a:srgbClr val="063532"/>
                </a:solidFill>
              </a:rPr>
              <a:t>(</a:t>
            </a:r>
            <a:r>
              <a:rPr lang="en-GB" dirty="0" err="1">
                <a:solidFill>
                  <a:srgbClr val="063532"/>
                </a:solidFill>
              </a:rPr>
              <a:t>skillsfuture</a:t>
            </a:r>
            <a:r>
              <a:rPr lang="en-GB" dirty="0">
                <a:solidFill>
                  <a:srgbClr val="063532"/>
                </a:solidFill>
              </a:rPr>
              <a:t> 2021b)</a:t>
            </a:r>
          </a:p>
        </p:txBody>
      </p:sp>
    </p:spTree>
    <p:extLst>
      <p:ext uri="{BB962C8B-B14F-4D97-AF65-F5344CB8AC3E}">
        <p14:creationId xmlns:p14="http://schemas.microsoft.com/office/powerpoint/2010/main" val="15247218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64691-C005-1E0A-BB0B-2F257103BE66}"/>
              </a:ext>
            </a:extLst>
          </p:cNvPr>
          <p:cNvSpPr>
            <a:spLocks noGrp="1"/>
          </p:cNvSpPr>
          <p:nvPr>
            <p:ph type="title"/>
          </p:nvPr>
        </p:nvSpPr>
        <p:spPr/>
        <p:txBody>
          <a:bodyPr/>
          <a:lstStyle/>
          <a:p>
            <a:r>
              <a:rPr lang="en-GB" dirty="0"/>
              <a:t>Components of UX Strategy</a:t>
            </a:r>
            <a:endParaRPr lang="en-US" dirty="0"/>
          </a:p>
        </p:txBody>
      </p:sp>
      <p:pic>
        <p:nvPicPr>
          <p:cNvPr id="5" name="Content Placeholder 4">
            <a:extLst>
              <a:ext uri="{FF2B5EF4-FFF2-40B4-BE49-F238E27FC236}">
                <a16:creationId xmlns:a16="http://schemas.microsoft.com/office/drawing/2014/main" id="{9B905DCC-F75B-AE93-C3AD-F5DDAF651E91}"/>
              </a:ext>
            </a:extLst>
          </p:cNvPr>
          <p:cNvPicPr>
            <a:picLocks noGrp="1" noChangeAspect="1"/>
          </p:cNvPicPr>
          <p:nvPr>
            <p:ph idx="1"/>
          </p:nvPr>
        </p:nvPicPr>
        <p:blipFill>
          <a:blip r:embed="rId3"/>
          <a:stretch>
            <a:fillRect/>
          </a:stretch>
        </p:blipFill>
        <p:spPr>
          <a:xfrm>
            <a:off x="658812" y="1455577"/>
            <a:ext cx="10874375" cy="4553338"/>
          </a:xfrm>
        </p:spPr>
      </p:pic>
      <p:sp>
        <p:nvSpPr>
          <p:cNvPr id="7" name="TextBox 6">
            <a:extLst>
              <a:ext uri="{FF2B5EF4-FFF2-40B4-BE49-F238E27FC236}">
                <a16:creationId xmlns:a16="http://schemas.microsoft.com/office/drawing/2014/main" id="{3099F251-81BA-0FB0-9F97-94CCB78805D1}"/>
              </a:ext>
            </a:extLst>
          </p:cNvPr>
          <p:cNvSpPr txBox="1"/>
          <p:nvPr/>
        </p:nvSpPr>
        <p:spPr>
          <a:xfrm>
            <a:off x="757165" y="6173560"/>
            <a:ext cx="1441420" cy="369332"/>
          </a:xfrm>
          <a:prstGeom prst="rect">
            <a:avLst/>
          </a:prstGeom>
          <a:noFill/>
        </p:spPr>
        <p:txBody>
          <a:bodyPr wrap="none" rtlCol="0">
            <a:spAutoFit/>
          </a:bodyPr>
          <a:lstStyle/>
          <a:p>
            <a:r>
              <a:rPr lang="en-GB" dirty="0">
                <a:solidFill>
                  <a:srgbClr val="063532"/>
                </a:solidFill>
                <a:latin typeface="Arial" panose="020B0604020202020204" pitchFamily="34" charset="0"/>
                <a:cs typeface="Arial" panose="020B0604020202020204" pitchFamily="34" charset="0"/>
              </a:rPr>
              <a:t>(Patel 2023)</a:t>
            </a:r>
          </a:p>
        </p:txBody>
      </p:sp>
    </p:spTree>
    <p:extLst>
      <p:ext uri="{BB962C8B-B14F-4D97-AF65-F5344CB8AC3E}">
        <p14:creationId xmlns:p14="http://schemas.microsoft.com/office/powerpoint/2010/main" val="22143848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10776-175C-C659-CCD4-AFEB2DC09FE6}"/>
              </a:ext>
            </a:extLst>
          </p:cNvPr>
          <p:cNvSpPr>
            <a:spLocks noGrp="1"/>
          </p:cNvSpPr>
          <p:nvPr>
            <p:ph type="title"/>
          </p:nvPr>
        </p:nvSpPr>
        <p:spPr/>
        <p:txBody>
          <a:bodyPr/>
          <a:lstStyle/>
          <a:p>
            <a:r>
              <a:rPr lang="en-GB" dirty="0"/>
              <a:t>4D Model Applicability of UX Plan Process</a:t>
            </a:r>
          </a:p>
        </p:txBody>
      </p:sp>
      <p:graphicFrame>
        <p:nvGraphicFramePr>
          <p:cNvPr id="4" name="Diagram 3">
            <a:extLst>
              <a:ext uri="{FF2B5EF4-FFF2-40B4-BE49-F238E27FC236}">
                <a16:creationId xmlns:a16="http://schemas.microsoft.com/office/drawing/2014/main" id="{9D027FE0-15CB-29C9-7BA8-ABA50A53418F}"/>
              </a:ext>
            </a:extLst>
          </p:cNvPr>
          <p:cNvGraphicFramePr/>
          <p:nvPr>
            <p:extLst>
              <p:ext uri="{D42A27DB-BD31-4B8C-83A1-F6EECF244321}">
                <p14:modId xmlns:p14="http://schemas.microsoft.com/office/powerpoint/2010/main" val="2853413985"/>
              </p:ext>
            </p:extLst>
          </p:nvPr>
        </p:nvGraphicFramePr>
        <p:xfrm>
          <a:off x="510397" y="738939"/>
          <a:ext cx="11171206" cy="31256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5">
            <a:extLst>
              <a:ext uri="{FF2B5EF4-FFF2-40B4-BE49-F238E27FC236}">
                <a16:creationId xmlns:a16="http://schemas.microsoft.com/office/drawing/2014/main" id="{306B7542-F766-D283-44C7-1EB82AC0B86B}"/>
              </a:ext>
            </a:extLst>
          </p:cNvPr>
          <p:cNvSpPr txBox="1"/>
          <p:nvPr/>
        </p:nvSpPr>
        <p:spPr>
          <a:xfrm>
            <a:off x="525870" y="3148854"/>
            <a:ext cx="2178482" cy="2585323"/>
          </a:xfrm>
          <a:prstGeom prst="rect">
            <a:avLst/>
          </a:prstGeom>
          <a:noFill/>
        </p:spPr>
        <p:txBody>
          <a:bodyPr wrap="square" rtlCol="0">
            <a:spAutoFit/>
          </a:bodyPr>
          <a:lstStyle/>
          <a:p>
            <a:r>
              <a:rPr lang="en-US" b="1" dirty="0">
                <a:solidFill>
                  <a:srgbClr val="063532"/>
                </a:solidFill>
                <a:latin typeface="Arial" panose="020B0604020202020204" pitchFamily="34" charset="0"/>
                <a:cs typeface="Arial" panose="020B0604020202020204" pitchFamily="34" charset="0"/>
              </a:rPr>
              <a:t>Discover:</a:t>
            </a:r>
            <a:r>
              <a:rPr lang="en-US" dirty="0">
                <a:solidFill>
                  <a:srgbClr val="063532"/>
                </a:solidFill>
                <a:latin typeface="Arial" panose="020B0604020202020204" pitchFamily="34" charset="0"/>
                <a:cs typeface="Arial" panose="020B0604020202020204" pitchFamily="34" charset="0"/>
              </a:rPr>
              <a:t> Understanding user needs and market demands through research and data analysis. Tools: Surveys, interviews, analytics.</a:t>
            </a:r>
          </a:p>
        </p:txBody>
      </p:sp>
      <p:sp>
        <p:nvSpPr>
          <p:cNvPr id="7" name="TextBox 6">
            <a:extLst>
              <a:ext uri="{FF2B5EF4-FFF2-40B4-BE49-F238E27FC236}">
                <a16:creationId xmlns:a16="http://schemas.microsoft.com/office/drawing/2014/main" id="{4C38C333-889C-C9AA-871B-5EDFCE921FF7}"/>
              </a:ext>
            </a:extLst>
          </p:cNvPr>
          <p:cNvSpPr txBox="1"/>
          <p:nvPr/>
        </p:nvSpPr>
        <p:spPr>
          <a:xfrm>
            <a:off x="6506511" y="3148854"/>
            <a:ext cx="2178482" cy="2031325"/>
          </a:xfrm>
          <a:prstGeom prst="rect">
            <a:avLst/>
          </a:prstGeom>
          <a:noFill/>
        </p:spPr>
        <p:txBody>
          <a:bodyPr wrap="square" rtlCol="0">
            <a:spAutoFit/>
          </a:bodyPr>
          <a:lstStyle/>
          <a:p>
            <a:r>
              <a:rPr lang="en-US" b="1" dirty="0">
                <a:solidFill>
                  <a:srgbClr val="063532"/>
                </a:solidFill>
                <a:latin typeface="Arial" panose="020B0604020202020204" pitchFamily="34" charset="0"/>
                <a:cs typeface="Arial" panose="020B0604020202020204" pitchFamily="34" charset="0"/>
              </a:rPr>
              <a:t>Design:</a:t>
            </a:r>
            <a:r>
              <a:rPr lang="en-US" dirty="0">
                <a:solidFill>
                  <a:srgbClr val="063532"/>
                </a:solidFill>
                <a:latin typeface="Arial" panose="020B0604020202020204" pitchFamily="34" charset="0"/>
                <a:cs typeface="Arial" panose="020B0604020202020204" pitchFamily="34" charset="0"/>
              </a:rPr>
              <a:t> Developing wireframes, prototypes, and UI designs. Tools: Sketch, Figma, Adobe XD.</a:t>
            </a:r>
          </a:p>
        </p:txBody>
      </p:sp>
      <p:sp>
        <p:nvSpPr>
          <p:cNvPr id="8" name="TextBox 7">
            <a:extLst>
              <a:ext uri="{FF2B5EF4-FFF2-40B4-BE49-F238E27FC236}">
                <a16:creationId xmlns:a16="http://schemas.microsoft.com/office/drawing/2014/main" id="{78E419F5-BEC2-C635-B067-678A2A3EBE1A}"/>
              </a:ext>
            </a:extLst>
          </p:cNvPr>
          <p:cNvSpPr txBox="1"/>
          <p:nvPr/>
        </p:nvSpPr>
        <p:spPr>
          <a:xfrm>
            <a:off x="3509902" y="3148854"/>
            <a:ext cx="2178482" cy="2031325"/>
          </a:xfrm>
          <a:prstGeom prst="rect">
            <a:avLst/>
          </a:prstGeom>
          <a:noFill/>
        </p:spPr>
        <p:txBody>
          <a:bodyPr wrap="square" rtlCol="0">
            <a:spAutoFit/>
          </a:bodyPr>
          <a:lstStyle/>
          <a:p>
            <a:r>
              <a:rPr lang="en-US" b="1" dirty="0">
                <a:solidFill>
                  <a:srgbClr val="063532"/>
                </a:solidFill>
                <a:latin typeface="Arial" panose="020B0604020202020204" pitchFamily="34" charset="0"/>
                <a:cs typeface="Arial" panose="020B0604020202020204" pitchFamily="34" charset="0"/>
              </a:rPr>
              <a:t>Define:</a:t>
            </a:r>
            <a:r>
              <a:rPr lang="en-US" dirty="0">
                <a:solidFill>
                  <a:srgbClr val="063532"/>
                </a:solidFill>
                <a:latin typeface="Arial" panose="020B0604020202020204" pitchFamily="34" charset="0"/>
                <a:cs typeface="Arial" panose="020B0604020202020204" pitchFamily="34" charset="0"/>
              </a:rPr>
              <a:t> Creating a clear project scope and objectives based on user insights. Tools: Personas, journey maps, user stories.</a:t>
            </a:r>
          </a:p>
        </p:txBody>
      </p:sp>
      <p:sp>
        <p:nvSpPr>
          <p:cNvPr id="9" name="TextBox 8">
            <a:extLst>
              <a:ext uri="{FF2B5EF4-FFF2-40B4-BE49-F238E27FC236}">
                <a16:creationId xmlns:a16="http://schemas.microsoft.com/office/drawing/2014/main" id="{34152A74-7B84-66B9-2E20-02DCB841E0EC}"/>
              </a:ext>
            </a:extLst>
          </p:cNvPr>
          <p:cNvSpPr txBox="1"/>
          <p:nvPr/>
        </p:nvSpPr>
        <p:spPr>
          <a:xfrm>
            <a:off x="9503121" y="3148853"/>
            <a:ext cx="2178482" cy="2585323"/>
          </a:xfrm>
          <a:prstGeom prst="rect">
            <a:avLst/>
          </a:prstGeom>
          <a:noFill/>
        </p:spPr>
        <p:txBody>
          <a:bodyPr wrap="square" rtlCol="0">
            <a:spAutoFit/>
          </a:bodyPr>
          <a:lstStyle/>
          <a:p>
            <a:r>
              <a:rPr lang="en-US" b="1" dirty="0">
                <a:solidFill>
                  <a:srgbClr val="063532"/>
                </a:solidFill>
                <a:latin typeface="Arial" panose="020B0604020202020204" pitchFamily="34" charset="0"/>
                <a:cs typeface="Arial" panose="020B0604020202020204" pitchFamily="34" charset="0"/>
              </a:rPr>
              <a:t>Deliver:</a:t>
            </a:r>
            <a:r>
              <a:rPr lang="en-US" dirty="0">
                <a:solidFill>
                  <a:srgbClr val="063532"/>
                </a:solidFill>
                <a:latin typeface="Arial" panose="020B0604020202020204" pitchFamily="34" charset="0"/>
                <a:cs typeface="Arial" panose="020B0604020202020204" pitchFamily="34" charset="0"/>
              </a:rPr>
              <a:t> Implementing and testing the final product to ensure usability and satisfaction. Tools: Usability testing, A/B testing, user feedback.</a:t>
            </a:r>
          </a:p>
        </p:txBody>
      </p:sp>
      <p:sp>
        <p:nvSpPr>
          <p:cNvPr id="10" name="TextBox 9">
            <a:extLst>
              <a:ext uri="{FF2B5EF4-FFF2-40B4-BE49-F238E27FC236}">
                <a16:creationId xmlns:a16="http://schemas.microsoft.com/office/drawing/2014/main" id="{AB1CED5D-8C47-76FE-87BC-DB60F6C3648C}"/>
              </a:ext>
            </a:extLst>
          </p:cNvPr>
          <p:cNvSpPr txBox="1"/>
          <p:nvPr/>
        </p:nvSpPr>
        <p:spPr>
          <a:xfrm>
            <a:off x="510397" y="6119061"/>
            <a:ext cx="1813317" cy="369332"/>
          </a:xfrm>
          <a:prstGeom prst="rect">
            <a:avLst/>
          </a:prstGeom>
          <a:noFill/>
        </p:spPr>
        <p:txBody>
          <a:bodyPr wrap="none" rtlCol="0">
            <a:spAutoFit/>
          </a:bodyPr>
          <a:lstStyle/>
          <a:p>
            <a:r>
              <a:rPr lang="en-GB" dirty="0">
                <a:solidFill>
                  <a:srgbClr val="063532"/>
                </a:solidFill>
                <a:latin typeface="Arial" panose="020B0604020202020204" pitchFamily="34" charset="0"/>
                <a:cs typeface="Arial" panose="020B0604020202020204" pitchFamily="34" charset="0"/>
              </a:rPr>
              <a:t>(Pacheco 2021)</a:t>
            </a:r>
          </a:p>
        </p:txBody>
      </p:sp>
    </p:spTree>
    <p:extLst>
      <p:ext uri="{BB962C8B-B14F-4D97-AF65-F5344CB8AC3E}">
        <p14:creationId xmlns:p14="http://schemas.microsoft.com/office/powerpoint/2010/main" val="3807311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2B32E-0E49-0FAD-628B-5BA5119D5BB1}"/>
              </a:ext>
            </a:extLst>
          </p:cNvPr>
          <p:cNvSpPr>
            <a:spLocks noGrp="1"/>
          </p:cNvSpPr>
          <p:nvPr>
            <p:ph type="title"/>
          </p:nvPr>
        </p:nvSpPr>
        <p:spPr/>
        <p:txBody>
          <a:bodyPr/>
          <a:lstStyle/>
          <a:p>
            <a:r>
              <a:rPr lang="en-GB" dirty="0"/>
              <a:t>4D Model – The Plan Process (1)</a:t>
            </a:r>
          </a:p>
        </p:txBody>
      </p:sp>
      <p:sp>
        <p:nvSpPr>
          <p:cNvPr id="3" name="Content Placeholder 2">
            <a:extLst>
              <a:ext uri="{FF2B5EF4-FFF2-40B4-BE49-F238E27FC236}">
                <a16:creationId xmlns:a16="http://schemas.microsoft.com/office/drawing/2014/main" id="{81D22035-4947-DDA7-4274-6F1A06030C50}"/>
              </a:ext>
            </a:extLst>
          </p:cNvPr>
          <p:cNvSpPr>
            <a:spLocks noGrp="1"/>
          </p:cNvSpPr>
          <p:nvPr>
            <p:ph idx="1"/>
          </p:nvPr>
        </p:nvSpPr>
        <p:spPr>
          <a:xfrm>
            <a:off x="478799" y="3429000"/>
            <a:ext cx="4980441" cy="2964599"/>
          </a:xfrm>
        </p:spPr>
        <p:txBody>
          <a:bodyPr/>
          <a:lstStyle/>
          <a:p>
            <a:r>
              <a:rPr lang="en-GB" dirty="0"/>
              <a:t>Stakeholder Interviews</a:t>
            </a:r>
          </a:p>
          <a:p>
            <a:r>
              <a:rPr lang="en-GB" dirty="0"/>
              <a:t>Business Requirements</a:t>
            </a:r>
          </a:p>
          <a:p>
            <a:r>
              <a:rPr lang="en-GB" dirty="0"/>
              <a:t>Competitive/Comparative Audit</a:t>
            </a:r>
          </a:p>
        </p:txBody>
      </p:sp>
      <p:graphicFrame>
        <p:nvGraphicFramePr>
          <p:cNvPr id="4" name="Diagram 3">
            <a:extLst>
              <a:ext uri="{FF2B5EF4-FFF2-40B4-BE49-F238E27FC236}">
                <a16:creationId xmlns:a16="http://schemas.microsoft.com/office/drawing/2014/main" id="{1D89207C-6D31-CC38-DF62-2FD934E7587A}"/>
              </a:ext>
            </a:extLst>
          </p:cNvPr>
          <p:cNvGraphicFramePr/>
          <p:nvPr>
            <p:extLst>
              <p:ext uri="{D42A27DB-BD31-4B8C-83A1-F6EECF244321}">
                <p14:modId xmlns:p14="http://schemas.microsoft.com/office/powerpoint/2010/main" val="1159750310"/>
              </p:ext>
            </p:extLst>
          </p:nvPr>
        </p:nvGraphicFramePr>
        <p:xfrm>
          <a:off x="510397" y="812618"/>
          <a:ext cx="11171206" cy="31256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Content Placeholder 2">
            <a:extLst>
              <a:ext uri="{FF2B5EF4-FFF2-40B4-BE49-F238E27FC236}">
                <a16:creationId xmlns:a16="http://schemas.microsoft.com/office/drawing/2014/main" id="{E57E9A26-CACB-37D7-5B3A-0CBB71289F72}"/>
              </a:ext>
            </a:extLst>
          </p:cNvPr>
          <p:cNvSpPr txBox="1">
            <a:spLocks/>
          </p:cNvSpPr>
          <p:nvPr/>
        </p:nvSpPr>
        <p:spPr>
          <a:xfrm>
            <a:off x="6701162" y="3429000"/>
            <a:ext cx="4980441" cy="2964599"/>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lang="en-US" sz="2400" b="0" i="0" kern="1200" dirty="0" smtClean="0">
                <a:solidFill>
                  <a:srgbClr val="06353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50000"/>
              </a:lnSpc>
              <a:spcBef>
                <a:spcPts val="500"/>
              </a:spcBef>
              <a:buFont typeface="Arial" panose="020B0604020202020204" pitchFamily="34" charset="0"/>
              <a:buChar char="•"/>
              <a:defRPr lang="en-US" sz="2200" b="0" i="0" kern="1200" dirty="0" smtClean="0">
                <a:solidFill>
                  <a:srgbClr val="06353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50000"/>
              </a:lnSpc>
              <a:spcBef>
                <a:spcPts val="500"/>
              </a:spcBef>
              <a:buFont typeface="Arial" panose="020B0604020202020204" pitchFamily="34" charset="0"/>
              <a:buChar char="•"/>
              <a:defRPr lang="en-US" sz="2200" b="0" i="0" kern="1200" dirty="0" smtClean="0">
                <a:solidFill>
                  <a:srgbClr val="06353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50000"/>
              </a:lnSpc>
              <a:spcBef>
                <a:spcPts val="500"/>
              </a:spcBef>
              <a:buFont typeface="Arial" panose="020B0604020202020204" pitchFamily="34" charset="0"/>
              <a:buChar char="•"/>
              <a:defRPr lang="en-US" sz="2200" b="0" i="0" kern="1200" dirty="0" smtClean="0">
                <a:solidFill>
                  <a:srgbClr val="06353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50000"/>
              </a:lnSpc>
              <a:spcBef>
                <a:spcPts val="500"/>
              </a:spcBef>
              <a:buFont typeface="Arial" panose="020B0604020202020204" pitchFamily="34" charset="0"/>
              <a:buChar char="•"/>
              <a:defRPr lang="en-US" sz="2200" b="0" i="0" kern="1200" dirty="0">
                <a:solidFill>
                  <a:srgbClr val="06353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User Research</a:t>
            </a:r>
          </a:p>
          <a:p>
            <a:r>
              <a:rPr lang="en-GB" dirty="0"/>
              <a:t>Site Inventory</a:t>
            </a:r>
          </a:p>
          <a:p>
            <a:r>
              <a:rPr lang="en-GB" dirty="0"/>
              <a:t>Site Map</a:t>
            </a:r>
          </a:p>
        </p:txBody>
      </p:sp>
    </p:spTree>
    <p:extLst>
      <p:ext uri="{BB962C8B-B14F-4D97-AF65-F5344CB8AC3E}">
        <p14:creationId xmlns:p14="http://schemas.microsoft.com/office/powerpoint/2010/main" val="6427372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2B32E-0E49-0FAD-628B-5BA5119D5BB1}"/>
              </a:ext>
            </a:extLst>
          </p:cNvPr>
          <p:cNvSpPr>
            <a:spLocks noGrp="1"/>
          </p:cNvSpPr>
          <p:nvPr>
            <p:ph type="title"/>
          </p:nvPr>
        </p:nvSpPr>
        <p:spPr/>
        <p:txBody>
          <a:bodyPr/>
          <a:lstStyle/>
          <a:p>
            <a:r>
              <a:rPr lang="en-GB" dirty="0"/>
              <a:t>4D Model – The Plan Process (2)</a:t>
            </a:r>
          </a:p>
        </p:txBody>
      </p:sp>
      <p:sp>
        <p:nvSpPr>
          <p:cNvPr id="3" name="Content Placeholder 2">
            <a:extLst>
              <a:ext uri="{FF2B5EF4-FFF2-40B4-BE49-F238E27FC236}">
                <a16:creationId xmlns:a16="http://schemas.microsoft.com/office/drawing/2014/main" id="{81D22035-4947-DDA7-4274-6F1A06030C50}"/>
              </a:ext>
            </a:extLst>
          </p:cNvPr>
          <p:cNvSpPr>
            <a:spLocks noGrp="1"/>
          </p:cNvSpPr>
          <p:nvPr>
            <p:ph idx="1"/>
          </p:nvPr>
        </p:nvSpPr>
        <p:spPr>
          <a:xfrm>
            <a:off x="478799" y="3429000"/>
            <a:ext cx="4980441" cy="2964599"/>
          </a:xfrm>
        </p:spPr>
        <p:txBody>
          <a:bodyPr>
            <a:normAutofit fontScale="92500" lnSpcReduction="10000"/>
          </a:bodyPr>
          <a:lstStyle/>
          <a:p>
            <a:r>
              <a:rPr lang="en-GB" dirty="0"/>
              <a:t>Personas</a:t>
            </a:r>
          </a:p>
          <a:p>
            <a:r>
              <a:rPr lang="en-GB" dirty="0"/>
              <a:t>Content Audit</a:t>
            </a:r>
          </a:p>
          <a:p>
            <a:r>
              <a:rPr lang="en-GB" dirty="0"/>
              <a:t>Card Sorts</a:t>
            </a:r>
          </a:p>
          <a:p>
            <a:r>
              <a:rPr lang="en-GB" dirty="0"/>
              <a:t>Use Cases</a:t>
            </a:r>
          </a:p>
          <a:p>
            <a:r>
              <a:rPr lang="en-GB" dirty="0"/>
              <a:t>Sketching</a:t>
            </a:r>
          </a:p>
        </p:txBody>
      </p:sp>
      <p:graphicFrame>
        <p:nvGraphicFramePr>
          <p:cNvPr id="4" name="Diagram 3">
            <a:extLst>
              <a:ext uri="{FF2B5EF4-FFF2-40B4-BE49-F238E27FC236}">
                <a16:creationId xmlns:a16="http://schemas.microsoft.com/office/drawing/2014/main" id="{1D89207C-6D31-CC38-DF62-2FD934E7587A}"/>
              </a:ext>
            </a:extLst>
          </p:cNvPr>
          <p:cNvGraphicFramePr/>
          <p:nvPr>
            <p:extLst>
              <p:ext uri="{D42A27DB-BD31-4B8C-83A1-F6EECF244321}">
                <p14:modId xmlns:p14="http://schemas.microsoft.com/office/powerpoint/2010/main" val="1452478368"/>
              </p:ext>
            </p:extLst>
          </p:nvPr>
        </p:nvGraphicFramePr>
        <p:xfrm>
          <a:off x="510397" y="812618"/>
          <a:ext cx="11171206" cy="31256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Content Placeholder 2">
            <a:extLst>
              <a:ext uri="{FF2B5EF4-FFF2-40B4-BE49-F238E27FC236}">
                <a16:creationId xmlns:a16="http://schemas.microsoft.com/office/drawing/2014/main" id="{E57E9A26-CACB-37D7-5B3A-0CBB71289F72}"/>
              </a:ext>
            </a:extLst>
          </p:cNvPr>
          <p:cNvSpPr txBox="1">
            <a:spLocks/>
          </p:cNvSpPr>
          <p:nvPr/>
        </p:nvSpPr>
        <p:spPr>
          <a:xfrm>
            <a:off x="6701162" y="3429000"/>
            <a:ext cx="4980441" cy="2964599"/>
          </a:xfrm>
          <a:prstGeom prst="rect">
            <a:avLst/>
          </a:prstGeom>
        </p:spPr>
        <p:txBody>
          <a:bodyPr>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lang="en-US" sz="2400" b="0" i="0" kern="1200" dirty="0" smtClean="0">
                <a:solidFill>
                  <a:srgbClr val="06353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50000"/>
              </a:lnSpc>
              <a:spcBef>
                <a:spcPts val="500"/>
              </a:spcBef>
              <a:buFont typeface="Arial" panose="020B0604020202020204" pitchFamily="34" charset="0"/>
              <a:buChar char="•"/>
              <a:defRPr lang="en-US" sz="2200" b="0" i="0" kern="1200" dirty="0" smtClean="0">
                <a:solidFill>
                  <a:srgbClr val="06353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50000"/>
              </a:lnSpc>
              <a:spcBef>
                <a:spcPts val="500"/>
              </a:spcBef>
              <a:buFont typeface="Arial" panose="020B0604020202020204" pitchFamily="34" charset="0"/>
              <a:buChar char="•"/>
              <a:defRPr lang="en-US" sz="2200" b="0" i="0" kern="1200" dirty="0" smtClean="0">
                <a:solidFill>
                  <a:srgbClr val="06353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50000"/>
              </a:lnSpc>
              <a:spcBef>
                <a:spcPts val="500"/>
              </a:spcBef>
              <a:buFont typeface="Arial" panose="020B0604020202020204" pitchFamily="34" charset="0"/>
              <a:buChar char="•"/>
              <a:defRPr lang="en-US" sz="2200" b="0" i="0" kern="1200" dirty="0" smtClean="0">
                <a:solidFill>
                  <a:srgbClr val="06353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50000"/>
              </a:lnSpc>
              <a:spcBef>
                <a:spcPts val="500"/>
              </a:spcBef>
              <a:buFont typeface="Arial" panose="020B0604020202020204" pitchFamily="34" charset="0"/>
              <a:buChar char="•"/>
              <a:defRPr lang="en-US" sz="2200" b="0" i="0" kern="1200" dirty="0">
                <a:solidFill>
                  <a:srgbClr val="06353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Site Map</a:t>
            </a:r>
          </a:p>
          <a:p>
            <a:r>
              <a:rPr lang="en-GB" dirty="0"/>
              <a:t>User Journeys</a:t>
            </a:r>
          </a:p>
          <a:p>
            <a:r>
              <a:rPr lang="en-GB" dirty="0"/>
              <a:t>Conceptual Wires/Design</a:t>
            </a:r>
          </a:p>
          <a:p>
            <a:r>
              <a:rPr lang="en-GB" dirty="0"/>
              <a:t>Creative Brief</a:t>
            </a:r>
          </a:p>
          <a:p>
            <a:r>
              <a:rPr lang="en-GB" dirty="0"/>
              <a:t>UX Brief</a:t>
            </a:r>
          </a:p>
        </p:txBody>
      </p:sp>
    </p:spTree>
    <p:extLst>
      <p:ext uri="{BB962C8B-B14F-4D97-AF65-F5344CB8AC3E}">
        <p14:creationId xmlns:p14="http://schemas.microsoft.com/office/powerpoint/2010/main" val="29101507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2B32E-0E49-0FAD-628B-5BA5119D5BB1}"/>
              </a:ext>
            </a:extLst>
          </p:cNvPr>
          <p:cNvSpPr>
            <a:spLocks noGrp="1"/>
          </p:cNvSpPr>
          <p:nvPr>
            <p:ph type="title"/>
          </p:nvPr>
        </p:nvSpPr>
        <p:spPr/>
        <p:txBody>
          <a:bodyPr/>
          <a:lstStyle/>
          <a:p>
            <a:r>
              <a:rPr lang="en-GB" dirty="0"/>
              <a:t>4D Model – The Plan Process (3)</a:t>
            </a:r>
          </a:p>
        </p:txBody>
      </p:sp>
      <p:sp>
        <p:nvSpPr>
          <p:cNvPr id="3" name="Content Placeholder 2">
            <a:extLst>
              <a:ext uri="{FF2B5EF4-FFF2-40B4-BE49-F238E27FC236}">
                <a16:creationId xmlns:a16="http://schemas.microsoft.com/office/drawing/2014/main" id="{81D22035-4947-DDA7-4274-6F1A06030C50}"/>
              </a:ext>
            </a:extLst>
          </p:cNvPr>
          <p:cNvSpPr>
            <a:spLocks noGrp="1"/>
          </p:cNvSpPr>
          <p:nvPr>
            <p:ph idx="1"/>
          </p:nvPr>
        </p:nvSpPr>
        <p:spPr>
          <a:xfrm>
            <a:off x="478799" y="3429000"/>
            <a:ext cx="4980441" cy="2964599"/>
          </a:xfrm>
        </p:spPr>
        <p:txBody>
          <a:bodyPr>
            <a:normAutofit fontScale="92500" lnSpcReduction="10000"/>
          </a:bodyPr>
          <a:lstStyle/>
          <a:p>
            <a:r>
              <a:rPr lang="en-GB" dirty="0"/>
              <a:t>Site Map</a:t>
            </a:r>
          </a:p>
          <a:p>
            <a:r>
              <a:rPr lang="en-GB" dirty="0"/>
              <a:t>Content Matrix</a:t>
            </a:r>
          </a:p>
          <a:p>
            <a:r>
              <a:rPr lang="en-GB" dirty="0"/>
              <a:t>Task Flows</a:t>
            </a:r>
          </a:p>
          <a:p>
            <a:r>
              <a:rPr lang="en-GB" dirty="0"/>
              <a:t>Sketching</a:t>
            </a:r>
          </a:p>
          <a:p>
            <a:r>
              <a:rPr lang="en-GB" dirty="0"/>
              <a:t>Wireframes</a:t>
            </a:r>
          </a:p>
        </p:txBody>
      </p:sp>
      <p:graphicFrame>
        <p:nvGraphicFramePr>
          <p:cNvPr id="4" name="Diagram 3">
            <a:extLst>
              <a:ext uri="{FF2B5EF4-FFF2-40B4-BE49-F238E27FC236}">
                <a16:creationId xmlns:a16="http://schemas.microsoft.com/office/drawing/2014/main" id="{1D89207C-6D31-CC38-DF62-2FD934E7587A}"/>
              </a:ext>
            </a:extLst>
          </p:cNvPr>
          <p:cNvGraphicFramePr/>
          <p:nvPr>
            <p:extLst>
              <p:ext uri="{D42A27DB-BD31-4B8C-83A1-F6EECF244321}">
                <p14:modId xmlns:p14="http://schemas.microsoft.com/office/powerpoint/2010/main" val="1580628831"/>
              </p:ext>
            </p:extLst>
          </p:nvPr>
        </p:nvGraphicFramePr>
        <p:xfrm>
          <a:off x="510397" y="812618"/>
          <a:ext cx="11171206" cy="31256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Content Placeholder 2">
            <a:extLst>
              <a:ext uri="{FF2B5EF4-FFF2-40B4-BE49-F238E27FC236}">
                <a16:creationId xmlns:a16="http://schemas.microsoft.com/office/drawing/2014/main" id="{E57E9A26-CACB-37D7-5B3A-0CBB71289F72}"/>
              </a:ext>
            </a:extLst>
          </p:cNvPr>
          <p:cNvSpPr txBox="1">
            <a:spLocks/>
          </p:cNvSpPr>
          <p:nvPr/>
        </p:nvSpPr>
        <p:spPr>
          <a:xfrm>
            <a:off x="6701162" y="3429000"/>
            <a:ext cx="4980441" cy="2964599"/>
          </a:xfrm>
          <a:prstGeom prst="rect">
            <a:avLst/>
          </a:prstGeom>
        </p:spPr>
        <p:txBody>
          <a:bodyPr>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lang="en-US" sz="2400" b="0" i="0" kern="1200" dirty="0" smtClean="0">
                <a:solidFill>
                  <a:srgbClr val="06353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50000"/>
              </a:lnSpc>
              <a:spcBef>
                <a:spcPts val="500"/>
              </a:spcBef>
              <a:buFont typeface="Arial" panose="020B0604020202020204" pitchFamily="34" charset="0"/>
              <a:buChar char="•"/>
              <a:defRPr lang="en-US" sz="2200" b="0" i="0" kern="1200" dirty="0" smtClean="0">
                <a:solidFill>
                  <a:srgbClr val="06353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50000"/>
              </a:lnSpc>
              <a:spcBef>
                <a:spcPts val="500"/>
              </a:spcBef>
              <a:buFont typeface="Arial" panose="020B0604020202020204" pitchFamily="34" charset="0"/>
              <a:buChar char="•"/>
              <a:defRPr lang="en-US" sz="2200" b="0" i="0" kern="1200" dirty="0" smtClean="0">
                <a:solidFill>
                  <a:srgbClr val="06353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50000"/>
              </a:lnSpc>
              <a:spcBef>
                <a:spcPts val="500"/>
              </a:spcBef>
              <a:buFont typeface="Arial" panose="020B0604020202020204" pitchFamily="34" charset="0"/>
              <a:buChar char="•"/>
              <a:defRPr lang="en-US" sz="2200" b="0" i="0" kern="1200" dirty="0" smtClean="0">
                <a:solidFill>
                  <a:srgbClr val="06353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50000"/>
              </a:lnSpc>
              <a:spcBef>
                <a:spcPts val="500"/>
              </a:spcBef>
              <a:buFont typeface="Arial" panose="020B0604020202020204" pitchFamily="34" charset="0"/>
              <a:buChar char="•"/>
              <a:defRPr lang="en-US" sz="2200" b="0" i="0" kern="1200" dirty="0">
                <a:solidFill>
                  <a:srgbClr val="06353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Stakeholder Reviews</a:t>
            </a:r>
          </a:p>
          <a:p>
            <a:r>
              <a:rPr lang="en-GB" dirty="0"/>
              <a:t>Virtual Design</a:t>
            </a:r>
          </a:p>
          <a:p>
            <a:r>
              <a:rPr lang="en-GB" dirty="0"/>
              <a:t>Prototype</a:t>
            </a:r>
          </a:p>
          <a:p>
            <a:r>
              <a:rPr lang="en-GB" dirty="0"/>
              <a:t>Usability Testing</a:t>
            </a:r>
          </a:p>
          <a:p>
            <a:r>
              <a:rPr lang="en-GB" dirty="0"/>
              <a:t>Functional Specifications</a:t>
            </a:r>
          </a:p>
        </p:txBody>
      </p:sp>
    </p:spTree>
    <p:extLst>
      <p:ext uri="{BB962C8B-B14F-4D97-AF65-F5344CB8AC3E}">
        <p14:creationId xmlns:p14="http://schemas.microsoft.com/office/powerpoint/2010/main" val="3218168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2B32E-0E49-0FAD-628B-5BA5119D5BB1}"/>
              </a:ext>
            </a:extLst>
          </p:cNvPr>
          <p:cNvSpPr>
            <a:spLocks noGrp="1"/>
          </p:cNvSpPr>
          <p:nvPr>
            <p:ph type="title"/>
          </p:nvPr>
        </p:nvSpPr>
        <p:spPr/>
        <p:txBody>
          <a:bodyPr/>
          <a:lstStyle/>
          <a:p>
            <a:r>
              <a:rPr lang="en-GB" dirty="0"/>
              <a:t>4D Model – The Plan Process (4)</a:t>
            </a:r>
          </a:p>
        </p:txBody>
      </p:sp>
      <p:sp>
        <p:nvSpPr>
          <p:cNvPr id="3" name="Content Placeholder 2">
            <a:extLst>
              <a:ext uri="{FF2B5EF4-FFF2-40B4-BE49-F238E27FC236}">
                <a16:creationId xmlns:a16="http://schemas.microsoft.com/office/drawing/2014/main" id="{81D22035-4947-DDA7-4274-6F1A06030C50}"/>
              </a:ext>
            </a:extLst>
          </p:cNvPr>
          <p:cNvSpPr>
            <a:spLocks noGrp="1"/>
          </p:cNvSpPr>
          <p:nvPr>
            <p:ph idx="1"/>
          </p:nvPr>
        </p:nvSpPr>
        <p:spPr>
          <a:xfrm>
            <a:off x="478799" y="3429000"/>
            <a:ext cx="4980441" cy="2964599"/>
          </a:xfrm>
        </p:spPr>
        <p:txBody>
          <a:bodyPr/>
          <a:lstStyle/>
          <a:p>
            <a:r>
              <a:rPr lang="en-GB" dirty="0"/>
              <a:t>Site Development</a:t>
            </a:r>
          </a:p>
          <a:p>
            <a:r>
              <a:rPr lang="en-GB" dirty="0"/>
              <a:t>User Acceptance Testing (UAT)</a:t>
            </a:r>
          </a:p>
          <a:p>
            <a:endParaRPr lang="en-GB" dirty="0"/>
          </a:p>
        </p:txBody>
      </p:sp>
      <p:graphicFrame>
        <p:nvGraphicFramePr>
          <p:cNvPr id="4" name="Diagram 3">
            <a:extLst>
              <a:ext uri="{FF2B5EF4-FFF2-40B4-BE49-F238E27FC236}">
                <a16:creationId xmlns:a16="http://schemas.microsoft.com/office/drawing/2014/main" id="{1D89207C-6D31-CC38-DF62-2FD934E7587A}"/>
              </a:ext>
            </a:extLst>
          </p:cNvPr>
          <p:cNvGraphicFramePr/>
          <p:nvPr>
            <p:extLst>
              <p:ext uri="{D42A27DB-BD31-4B8C-83A1-F6EECF244321}">
                <p14:modId xmlns:p14="http://schemas.microsoft.com/office/powerpoint/2010/main" val="4251643259"/>
              </p:ext>
            </p:extLst>
          </p:nvPr>
        </p:nvGraphicFramePr>
        <p:xfrm>
          <a:off x="510397" y="812618"/>
          <a:ext cx="11171206" cy="31256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Content Placeholder 2">
            <a:extLst>
              <a:ext uri="{FF2B5EF4-FFF2-40B4-BE49-F238E27FC236}">
                <a16:creationId xmlns:a16="http://schemas.microsoft.com/office/drawing/2014/main" id="{E57E9A26-CACB-37D7-5B3A-0CBB71289F72}"/>
              </a:ext>
            </a:extLst>
          </p:cNvPr>
          <p:cNvSpPr txBox="1">
            <a:spLocks/>
          </p:cNvSpPr>
          <p:nvPr/>
        </p:nvSpPr>
        <p:spPr>
          <a:xfrm>
            <a:off x="6701162" y="3429000"/>
            <a:ext cx="4980441" cy="2964599"/>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lang="en-US" sz="2400" b="0" i="0" kern="1200" dirty="0" smtClean="0">
                <a:solidFill>
                  <a:srgbClr val="06353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50000"/>
              </a:lnSpc>
              <a:spcBef>
                <a:spcPts val="500"/>
              </a:spcBef>
              <a:buFont typeface="Arial" panose="020B0604020202020204" pitchFamily="34" charset="0"/>
              <a:buChar char="•"/>
              <a:defRPr lang="en-US" sz="2200" b="0" i="0" kern="1200" dirty="0" smtClean="0">
                <a:solidFill>
                  <a:srgbClr val="06353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50000"/>
              </a:lnSpc>
              <a:spcBef>
                <a:spcPts val="500"/>
              </a:spcBef>
              <a:buFont typeface="Arial" panose="020B0604020202020204" pitchFamily="34" charset="0"/>
              <a:buChar char="•"/>
              <a:defRPr lang="en-US" sz="2200" b="0" i="0" kern="1200" dirty="0" smtClean="0">
                <a:solidFill>
                  <a:srgbClr val="06353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50000"/>
              </a:lnSpc>
              <a:spcBef>
                <a:spcPts val="500"/>
              </a:spcBef>
              <a:buFont typeface="Arial" panose="020B0604020202020204" pitchFamily="34" charset="0"/>
              <a:buChar char="•"/>
              <a:defRPr lang="en-US" sz="2200" b="0" i="0" kern="1200" dirty="0" smtClean="0">
                <a:solidFill>
                  <a:srgbClr val="06353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50000"/>
              </a:lnSpc>
              <a:spcBef>
                <a:spcPts val="500"/>
              </a:spcBef>
              <a:buFont typeface="Arial" panose="020B0604020202020204" pitchFamily="34" charset="0"/>
              <a:buChar char="•"/>
              <a:defRPr lang="en-US" sz="2200" b="0" i="0" kern="1200" dirty="0">
                <a:solidFill>
                  <a:srgbClr val="06353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Quality Assurance (QA)</a:t>
            </a:r>
          </a:p>
          <a:p>
            <a:r>
              <a:rPr lang="en-GB" dirty="0"/>
              <a:t>Usability Testing</a:t>
            </a:r>
          </a:p>
        </p:txBody>
      </p:sp>
    </p:spTree>
    <p:extLst>
      <p:ext uri="{BB962C8B-B14F-4D97-AF65-F5344CB8AC3E}">
        <p14:creationId xmlns:p14="http://schemas.microsoft.com/office/powerpoint/2010/main" val="8537475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10776-175C-C659-CCD4-AFEB2DC09FE6}"/>
              </a:ext>
            </a:extLst>
          </p:cNvPr>
          <p:cNvSpPr>
            <a:spLocks noGrp="1"/>
          </p:cNvSpPr>
          <p:nvPr>
            <p:ph type="title"/>
          </p:nvPr>
        </p:nvSpPr>
        <p:spPr/>
        <p:txBody>
          <a:bodyPr/>
          <a:lstStyle/>
          <a:p>
            <a:r>
              <a:rPr lang="en-GB" dirty="0">
                <a:highlight>
                  <a:srgbClr val="FFFF00"/>
                </a:highlight>
              </a:rPr>
              <a:t>Agile UX</a:t>
            </a:r>
            <a:r>
              <a:rPr lang="en-GB" dirty="0"/>
              <a:t> vs. Lean UX</a:t>
            </a:r>
          </a:p>
        </p:txBody>
      </p:sp>
      <p:graphicFrame>
        <p:nvGraphicFramePr>
          <p:cNvPr id="4" name="Diagram 3">
            <a:extLst>
              <a:ext uri="{FF2B5EF4-FFF2-40B4-BE49-F238E27FC236}">
                <a16:creationId xmlns:a16="http://schemas.microsoft.com/office/drawing/2014/main" id="{9D027FE0-15CB-29C9-7BA8-ABA50A53418F}"/>
              </a:ext>
            </a:extLst>
          </p:cNvPr>
          <p:cNvGraphicFramePr/>
          <p:nvPr/>
        </p:nvGraphicFramePr>
        <p:xfrm>
          <a:off x="510397" y="738939"/>
          <a:ext cx="11171206" cy="31256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5">
            <a:extLst>
              <a:ext uri="{FF2B5EF4-FFF2-40B4-BE49-F238E27FC236}">
                <a16:creationId xmlns:a16="http://schemas.microsoft.com/office/drawing/2014/main" id="{306B7542-F766-D283-44C7-1EB82AC0B86B}"/>
              </a:ext>
            </a:extLst>
          </p:cNvPr>
          <p:cNvSpPr txBox="1"/>
          <p:nvPr/>
        </p:nvSpPr>
        <p:spPr>
          <a:xfrm>
            <a:off x="525869" y="3148854"/>
            <a:ext cx="3059303" cy="2031325"/>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rgbClr val="063532"/>
                </a:solidFill>
                <a:latin typeface="Arial" panose="020B0604020202020204" pitchFamily="34" charset="0"/>
                <a:cs typeface="Arial" panose="020B0604020202020204" pitchFamily="34" charset="0"/>
              </a:rPr>
              <a:t>Stakeholder Interviews</a:t>
            </a:r>
          </a:p>
          <a:p>
            <a:pPr marL="285750" indent="-285750">
              <a:buFont typeface="Arial" panose="020B0604020202020204" pitchFamily="34" charset="0"/>
              <a:buChar char="•"/>
            </a:pPr>
            <a:r>
              <a:rPr lang="en-US" dirty="0">
                <a:solidFill>
                  <a:srgbClr val="063532"/>
                </a:solidFill>
                <a:latin typeface="Arial" panose="020B0604020202020204" pitchFamily="34" charset="0"/>
                <a:cs typeface="Arial" panose="020B0604020202020204" pitchFamily="34" charset="0"/>
              </a:rPr>
              <a:t>Business Requirements</a:t>
            </a:r>
          </a:p>
          <a:p>
            <a:pPr marL="285750" indent="-285750">
              <a:buFont typeface="Arial" panose="020B0604020202020204" pitchFamily="34" charset="0"/>
              <a:buChar char="•"/>
            </a:pPr>
            <a:r>
              <a:rPr lang="en-US" dirty="0">
                <a:solidFill>
                  <a:srgbClr val="063532"/>
                </a:solidFill>
                <a:latin typeface="Arial" panose="020B0604020202020204" pitchFamily="34" charset="0"/>
                <a:cs typeface="Arial" panose="020B0604020202020204" pitchFamily="34" charset="0"/>
              </a:rPr>
              <a:t>Competitive/Comparative Audit</a:t>
            </a:r>
          </a:p>
          <a:p>
            <a:pPr marL="285750" indent="-285750">
              <a:buFont typeface="Arial" panose="020B0604020202020204" pitchFamily="34" charset="0"/>
              <a:buChar char="•"/>
            </a:pPr>
            <a:r>
              <a:rPr lang="en-US" dirty="0">
                <a:solidFill>
                  <a:srgbClr val="063532"/>
                </a:solidFill>
                <a:highlight>
                  <a:srgbClr val="FFFF00"/>
                </a:highlight>
                <a:latin typeface="Arial" panose="020B0604020202020204" pitchFamily="34" charset="0"/>
                <a:cs typeface="Arial" panose="020B0604020202020204" pitchFamily="34" charset="0"/>
              </a:rPr>
              <a:t>User Research</a:t>
            </a:r>
          </a:p>
          <a:p>
            <a:pPr marL="285750" indent="-285750">
              <a:buFont typeface="Arial" panose="020B0604020202020204" pitchFamily="34" charset="0"/>
              <a:buChar char="•"/>
            </a:pPr>
            <a:r>
              <a:rPr lang="en-US" dirty="0">
                <a:solidFill>
                  <a:srgbClr val="063532"/>
                </a:solidFill>
                <a:latin typeface="Arial" panose="020B0604020202020204" pitchFamily="34" charset="0"/>
                <a:cs typeface="Arial" panose="020B0604020202020204" pitchFamily="34" charset="0"/>
              </a:rPr>
              <a:t>Site Inventory</a:t>
            </a:r>
          </a:p>
          <a:p>
            <a:pPr marL="285750" indent="-285750">
              <a:buFont typeface="Arial" panose="020B0604020202020204" pitchFamily="34" charset="0"/>
              <a:buChar char="•"/>
            </a:pPr>
            <a:r>
              <a:rPr lang="en-US" dirty="0">
                <a:solidFill>
                  <a:srgbClr val="063532"/>
                </a:solidFill>
                <a:latin typeface="Arial" panose="020B0604020202020204" pitchFamily="34" charset="0"/>
                <a:cs typeface="Arial" panose="020B0604020202020204" pitchFamily="34" charset="0"/>
              </a:rPr>
              <a:t>Site Map</a:t>
            </a:r>
          </a:p>
        </p:txBody>
      </p:sp>
      <p:sp>
        <p:nvSpPr>
          <p:cNvPr id="7" name="TextBox 6">
            <a:extLst>
              <a:ext uri="{FF2B5EF4-FFF2-40B4-BE49-F238E27FC236}">
                <a16:creationId xmlns:a16="http://schemas.microsoft.com/office/drawing/2014/main" id="{4C38C333-889C-C9AA-871B-5EDFCE921FF7}"/>
              </a:ext>
            </a:extLst>
          </p:cNvPr>
          <p:cNvSpPr txBox="1"/>
          <p:nvPr/>
        </p:nvSpPr>
        <p:spPr>
          <a:xfrm>
            <a:off x="6506511" y="3148854"/>
            <a:ext cx="2863826" cy="3139321"/>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rgbClr val="063532"/>
                </a:solidFill>
                <a:latin typeface="Arial" panose="020B0604020202020204" pitchFamily="34" charset="0"/>
                <a:cs typeface="Arial" panose="020B0604020202020204" pitchFamily="34" charset="0"/>
              </a:rPr>
              <a:t>Site Map</a:t>
            </a:r>
          </a:p>
          <a:p>
            <a:pPr marL="285750" indent="-285750">
              <a:buFont typeface="Arial" panose="020B0604020202020204" pitchFamily="34" charset="0"/>
              <a:buChar char="•"/>
            </a:pPr>
            <a:r>
              <a:rPr lang="en-US" dirty="0">
                <a:solidFill>
                  <a:srgbClr val="063532"/>
                </a:solidFill>
                <a:latin typeface="Arial" panose="020B0604020202020204" pitchFamily="34" charset="0"/>
                <a:cs typeface="Arial" panose="020B0604020202020204" pitchFamily="34" charset="0"/>
              </a:rPr>
              <a:t>Content Matrix</a:t>
            </a:r>
          </a:p>
          <a:p>
            <a:pPr marL="285750" indent="-285750">
              <a:buFont typeface="Arial" panose="020B0604020202020204" pitchFamily="34" charset="0"/>
              <a:buChar char="•"/>
            </a:pPr>
            <a:r>
              <a:rPr lang="en-US" dirty="0">
                <a:solidFill>
                  <a:srgbClr val="063532"/>
                </a:solidFill>
                <a:latin typeface="Arial" panose="020B0604020202020204" pitchFamily="34" charset="0"/>
                <a:cs typeface="Arial" panose="020B0604020202020204" pitchFamily="34" charset="0"/>
              </a:rPr>
              <a:t>Task Flows</a:t>
            </a:r>
          </a:p>
          <a:p>
            <a:pPr marL="285750" indent="-285750">
              <a:buFont typeface="Arial" panose="020B0604020202020204" pitchFamily="34" charset="0"/>
              <a:buChar char="•"/>
            </a:pPr>
            <a:r>
              <a:rPr lang="en-US" dirty="0">
                <a:solidFill>
                  <a:srgbClr val="063532"/>
                </a:solidFill>
                <a:latin typeface="Arial" panose="020B0604020202020204" pitchFamily="34" charset="0"/>
                <a:cs typeface="Arial" panose="020B0604020202020204" pitchFamily="34" charset="0"/>
              </a:rPr>
              <a:t>Sketching</a:t>
            </a:r>
          </a:p>
          <a:p>
            <a:pPr marL="285750" indent="-285750">
              <a:buFont typeface="Arial" panose="020B0604020202020204" pitchFamily="34" charset="0"/>
              <a:buChar char="•"/>
            </a:pPr>
            <a:r>
              <a:rPr lang="en-US" dirty="0">
                <a:solidFill>
                  <a:srgbClr val="063532"/>
                </a:solidFill>
                <a:latin typeface="Arial" panose="020B0604020202020204" pitchFamily="34" charset="0"/>
                <a:cs typeface="Arial" panose="020B0604020202020204" pitchFamily="34" charset="0"/>
              </a:rPr>
              <a:t>Wireframes</a:t>
            </a:r>
          </a:p>
          <a:p>
            <a:pPr marL="285750" indent="-285750">
              <a:buFont typeface="Arial" panose="020B0604020202020204" pitchFamily="34" charset="0"/>
              <a:buChar char="•"/>
            </a:pPr>
            <a:r>
              <a:rPr lang="en-US" dirty="0">
                <a:solidFill>
                  <a:srgbClr val="063532"/>
                </a:solidFill>
                <a:latin typeface="Arial" panose="020B0604020202020204" pitchFamily="34" charset="0"/>
                <a:cs typeface="Arial" panose="020B0604020202020204" pitchFamily="34" charset="0"/>
              </a:rPr>
              <a:t>Stakeholder Reviews</a:t>
            </a:r>
          </a:p>
          <a:p>
            <a:pPr marL="285750" indent="-285750">
              <a:buFont typeface="Arial" panose="020B0604020202020204" pitchFamily="34" charset="0"/>
              <a:buChar char="•"/>
            </a:pPr>
            <a:r>
              <a:rPr lang="en-US" dirty="0">
                <a:solidFill>
                  <a:srgbClr val="063532"/>
                </a:solidFill>
                <a:latin typeface="Arial" panose="020B0604020202020204" pitchFamily="34" charset="0"/>
                <a:cs typeface="Arial" panose="020B0604020202020204" pitchFamily="34" charset="0"/>
              </a:rPr>
              <a:t>Visual Design</a:t>
            </a:r>
          </a:p>
          <a:p>
            <a:pPr marL="285750" indent="-285750">
              <a:buFont typeface="Arial" panose="020B0604020202020204" pitchFamily="34" charset="0"/>
              <a:buChar char="•"/>
            </a:pPr>
            <a:r>
              <a:rPr lang="en-US" dirty="0">
                <a:solidFill>
                  <a:srgbClr val="063532"/>
                </a:solidFill>
                <a:highlight>
                  <a:srgbClr val="FFFF00"/>
                </a:highlight>
                <a:latin typeface="Arial" panose="020B0604020202020204" pitchFamily="34" charset="0"/>
                <a:cs typeface="Arial" panose="020B0604020202020204" pitchFamily="34" charset="0"/>
              </a:rPr>
              <a:t>Prototype</a:t>
            </a:r>
          </a:p>
          <a:p>
            <a:pPr marL="285750" indent="-285750">
              <a:buFont typeface="Arial" panose="020B0604020202020204" pitchFamily="34" charset="0"/>
              <a:buChar char="•"/>
            </a:pPr>
            <a:r>
              <a:rPr lang="en-US" dirty="0">
                <a:solidFill>
                  <a:srgbClr val="063532"/>
                </a:solidFill>
                <a:latin typeface="Arial" panose="020B0604020202020204" pitchFamily="34" charset="0"/>
                <a:cs typeface="Arial" panose="020B0604020202020204" pitchFamily="34" charset="0"/>
              </a:rPr>
              <a:t>Usability Testing</a:t>
            </a:r>
          </a:p>
          <a:p>
            <a:pPr marL="285750" indent="-285750">
              <a:buFont typeface="Arial" panose="020B0604020202020204" pitchFamily="34" charset="0"/>
              <a:buChar char="•"/>
            </a:pPr>
            <a:r>
              <a:rPr lang="en-US" dirty="0">
                <a:solidFill>
                  <a:srgbClr val="063532"/>
                </a:solidFill>
                <a:latin typeface="Arial" panose="020B0604020202020204" pitchFamily="34" charset="0"/>
                <a:cs typeface="Arial" panose="020B0604020202020204" pitchFamily="34" charset="0"/>
              </a:rPr>
              <a:t>Functional Specifications</a:t>
            </a:r>
          </a:p>
        </p:txBody>
      </p:sp>
      <p:sp>
        <p:nvSpPr>
          <p:cNvPr id="8" name="TextBox 7">
            <a:extLst>
              <a:ext uri="{FF2B5EF4-FFF2-40B4-BE49-F238E27FC236}">
                <a16:creationId xmlns:a16="http://schemas.microsoft.com/office/drawing/2014/main" id="{78E419F5-BEC2-C635-B067-678A2A3EBE1A}"/>
              </a:ext>
            </a:extLst>
          </p:cNvPr>
          <p:cNvSpPr txBox="1"/>
          <p:nvPr/>
        </p:nvSpPr>
        <p:spPr>
          <a:xfrm>
            <a:off x="3509902" y="3148854"/>
            <a:ext cx="2178482" cy="3139321"/>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rgbClr val="063532"/>
                </a:solidFill>
                <a:latin typeface="Arial" panose="020B0604020202020204" pitchFamily="34" charset="0"/>
                <a:cs typeface="Arial" panose="020B0604020202020204" pitchFamily="34" charset="0"/>
              </a:rPr>
              <a:t>Personas</a:t>
            </a:r>
          </a:p>
          <a:p>
            <a:pPr marL="285750" indent="-285750">
              <a:buFont typeface="Arial" panose="020B0604020202020204" pitchFamily="34" charset="0"/>
              <a:buChar char="•"/>
            </a:pPr>
            <a:r>
              <a:rPr lang="en-US" dirty="0">
                <a:solidFill>
                  <a:srgbClr val="063532"/>
                </a:solidFill>
                <a:latin typeface="Arial" panose="020B0604020202020204" pitchFamily="34" charset="0"/>
                <a:cs typeface="Arial" panose="020B0604020202020204" pitchFamily="34" charset="0"/>
              </a:rPr>
              <a:t>Content Audit</a:t>
            </a:r>
          </a:p>
          <a:p>
            <a:pPr marL="285750" indent="-285750">
              <a:buFont typeface="Arial" panose="020B0604020202020204" pitchFamily="34" charset="0"/>
              <a:buChar char="•"/>
            </a:pPr>
            <a:r>
              <a:rPr lang="en-US" dirty="0">
                <a:solidFill>
                  <a:srgbClr val="063532"/>
                </a:solidFill>
                <a:latin typeface="Arial" panose="020B0604020202020204" pitchFamily="34" charset="0"/>
                <a:cs typeface="Arial" panose="020B0604020202020204" pitchFamily="34" charset="0"/>
              </a:rPr>
              <a:t>Card Sorts</a:t>
            </a:r>
          </a:p>
          <a:p>
            <a:pPr marL="285750" indent="-285750">
              <a:buFont typeface="Arial" panose="020B0604020202020204" pitchFamily="34" charset="0"/>
              <a:buChar char="•"/>
            </a:pPr>
            <a:r>
              <a:rPr lang="en-US" dirty="0">
                <a:solidFill>
                  <a:srgbClr val="063532"/>
                </a:solidFill>
                <a:latin typeface="Arial" panose="020B0604020202020204" pitchFamily="34" charset="0"/>
                <a:cs typeface="Arial" panose="020B0604020202020204" pitchFamily="34" charset="0"/>
              </a:rPr>
              <a:t>Use Cases</a:t>
            </a:r>
          </a:p>
          <a:p>
            <a:pPr marL="285750" indent="-285750">
              <a:buFont typeface="Arial" panose="020B0604020202020204" pitchFamily="34" charset="0"/>
              <a:buChar char="•"/>
            </a:pPr>
            <a:r>
              <a:rPr lang="en-US" dirty="0">
                <a:solidFill>
                  <a:srgbClr val="063532"/>
                </a:solidFill>
                <a:latin typeface="Arial" panose="020B0604020202020204" pitchFamily="34" charset="0"/>
                <a:cs typeface="Arial" panose="020B0604020202020204" pitchFamily="34" charset="0"/>
              </a:rPr>
              <a:t>Sketching</a:t>
            </a:r>
          </a:p>
          <a:p>
            <a:pPr marL="285750" indent="-285750">
              <a:buFont typeface="Arial" panose="020B0604020202020204" pitchFamily="34" charset="0"/>
              <a:buChar char="•"/>
            </a:pPr>
            <a:r>
              <a:rPr lang="en-US" dirty="0">
                <a:solidFill>
                  <a:srgbClr val="063532"/>
                </a:solidFill>
                <a:latin typeface="Arial" panose="020B0604020202020204" pitchFamily="34" charset="0"/>
                <a:cs typeface="Arial" panose="020B0604020202020204" pitchFamily="34" charset="0"/>
              </a:rPr>
              <a:t>Site Map</a:t>
            </a:r>
          </a:p>
          <a:p>
            <a:pPr marL="285750" indent="-285750">
              <a:buFont typeface="Arial" panose="020B0604020202020204" pitchFamily="34" charset="0"/>
              <a:buChar char="•"/>
            </a:pPr>
            <a:r>
              <a:rPr lang="en-US" dirty="0">
                <a:solidFill>
                  <a:srgbClr val="063532"/>
                </a:solidFill>
                <a:highlight>
                  <a:srgbClr val="FFFF00"/>
                </a:highlight>
                <a:latin typeface="Arial" panose="020B0604020202020204" pitchFamily="34" charset="0"/>
                <a:cs typeface="Arial" panose="020B0604020202020204" pitchFamily="34" charset="0"/>
              </a:rPr>
              <a:t>User Journeys</a:t>
            </a:r>
          </a:p>
          <a:p>
            <a:pPr marL="285750" indent="-285750">
              <a:buFont typeface="Arial" panose="020B0604020202020204" pitchFamily="34" charset="0"/>
              <a:buChar char="•"/>
            </a:pPr>
            <a:r>
              <a:rPr lang="en-US" dirty="0">
                <a:solidFill>
                  <a:srgbClr val="063532"/>
                </a:solidFill>
                <a:latin typeface="Arial" panose="020B0604020202020204" pitchFamily="34" charset="0"/>
                <a:cs typeface="Arial" panose="020B0604020202020204" pitchFamily="34" charset="0"/>
              </a:rPr>
              <a:t>Conceptual Wires/Design</a:t>
            </a:r>
          </a:p>
          <a:p>
            <a:pPr marL="285750" indent="-285750">
              <a:buFont typeface="Arial" panose="020B0604020202020204" pitchFamily="34" charset="0"/>
              <a:buChar char="•"/>
            </a:pPr>
            <a:r>
              <a:rPr lang="en-US" dirty="0">
                <a:solidFill>
                  <a:srgbClr val="063532"/>
                </a:solidFill>
                <a:latin typeface="Arial" panose="020B0604020202020204" pitchFamily="34" charset="0"/>
                <a:cs typeface="Arial" panose="020B0604020202020204" pitchFamily="34" charset="0"/>
              </a:rPr>
              <a:t>Creative Brief</a:t>
            </a:r>
          </a:p>
          <a:p>
            <a:pPr marL="285750" indent="-285750">
              <a:buFont typeface="Arial" panose="020B0604020202020204" pitchFamily="34" charset="0"/>
              <a:buChar char="•"/>
            </a:pPr>
            <a:r>
              <a:rPr lang="en-US" dirty="0">
                <a:solidFill>
                  <a:srgbClr val="063532"/>
                </a:solidFill>
                <a:latin typeface="Arial" panose="020B0604020202020204" pitchFamily="34" charset="0"/>
                <a:cs typeface="Arial" panose="020B0604020202020204" pitchFamily="34" charset="0"/>
              </a:rPr>
              <a:t>UX Brief</a:t>
            </a:r>
          </a:p>
        </p:txBody>
      </p:sp>
      <p:sp>
        <p:nvSpPr>
          <p:cNvPr id="9" name="TextBox 8">
            <a:extLst>
              <a:ext uri="{FF2B5EF4-FFF2-40B4-BE49-F238E27FC236}">
                <a16:creationId xmlns:a16="http://schemas.microsoft.com/office/drawing/2014/main" id="{34152A74-7B84-66B9-2E20-02DCB841E0EC}"/>
              </a:ext>
            </a:extLst>
          </p:cNvPr>
          <p:cNvSpPr txBox="1"/>
          <p:nvPr/>
        </p:nvSpPr>
        <p:spPr>
          <a:xfrm>
            <a:off x="9503120" y="3148853"/>
            <a:ext cx="2688879" cy="1754326"/>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rgbClr val="063532"/>
                </a:solidFill>
                <a:latin typeface="Arial" panose="020B0604020202020204" pitchFamily="34" charset="0"/>
                <a:cs typeface="Arial" panose="020B0604020202020204" pitchFamily="34" charset="0"/>
              </a:rPr>
              <a:t>Site Development</a:t>
            </a:r>
          </a:p>
          <a:p>
            <a:pPr marL="285750" indent="-285750">
              <a:buFont typeface="Arial" panose="020B0604020202020204" pitchFamily="34" charset="0"/>
              <a:buChar char="•"/>
            </a:pPr>
            <a:r>
              <a:rPr lang="en-US" dirty="0">
                <a:solidFill>
                  <a:srgbClr val="063532"/>
                </a:solidFill>
                <a:latin typeface="Arial" panose="020B0604020202020204" pitchFamily="34" charset="0"/>
                <a:cs typeface="Arial" panose="020B0604020202020204" pitchFamily="34" charset="0"/>
              </a:rPr>
              <a:t>User Acceptance Testing (UAT)</a:t>
            </a:r>
          </a:p>
          <a:p>
            <a:pPr marL="285750" indent="-285750">
              <a:buFont typeface="Arial" panose="020B0604020202020204" pitchFamily="34" charset="0"/>
              <a:buChar char="•"/>
            </a:pPr>
            <a:r>
              <a:rPr lang="en-US" dirty="0">
                <a:solidFill>
                  <a:srgbClr val="063532"/>
                </a:solidFill>
                <a:latin typeface="Arial" panose="020B0604020202020204" pitchFamily="34" charset="0"/>
                <a:cs typeface="Arial" panose="020B0604020202020204" pitchFamily="34" charset="0"/>
              </a:rPr>
              <a:t>Quality Assurance (QA)</a:t>
            </a:r>
          </a:p>
          <a:p>
            <a:pPr marL="285750" indent="-285750">
              <a:buFont typeface="Arial" panose="020B0604020202020204" pitchFamily="34" charset="0"/>
              <a:buChar char="•"/>
            </a:pPr>
            <a:r>
              <a:rPr lang="en-US" dirty="0">
                <a:solidFill>
                  <a:srgbClr val="063532"/>
                </a:solidFill>
                <a:highlight>
                  <a:srgbClr val="FFFF00"/>
                </a:highlight>
                <a:latin typeface="Arial" panose="020B0604020202020204" pitchFamily="34" charset="0"/>
                <a:cs typeface="Arial" panose="020B0604020202020204" pitchFamily="34" charset="0"/>
              </a:rPr>
              <a:t>Usability Testing</a:t>
            </a:r>
          </a:p>
        </p:txBody>
      </p:sp>
      <p:sp>
        <p:nvSpPr>
          <p:cNvPr id="10" name="TextBox 9">
            <a:extLst>
              <a:ext uri="{FF2B5EF4-FFF2-40B4-BE49-F238E27FC236}">
                <a16:creationId xmlns:a16="http://schemas.microsoft.com/office/drawing/2014/main" id="{AB1CED5D-8C47-76FE-87BC-DB60F6C3648C}"/>
              </a:ext>
            </a:extLst>
          </p:cNvPr>
          <p:cNvSpPr txBox="1"/>
          <p:nvPr/>
        </p:nvSpPr>
        <p:spPr>
          <a:xfrm>
            <a:off x="8564402" y="369607"/>
            <a:ext cx="1877437" cy="369332"/>
          </a:xfrm>
          <a:prstGeom prst="rect">
            <a:avLst/>
          </a:prstGeom>
          <a:noFill/>
        </p:spPr>
        <p:txBody>
          <a:bodyPr wrap="none" rtlCol="0">
            <a:spAutoFit/>
          </a:bodyPr>
          <a:lstStyle/>
          <a:p>
            <a:r>
              <a:rPr lang="en-GB" dirty="0">
                <a:solidFill>
                  <a:srgbClr val="063532"/>
                </a:solidFill>
                <a:latin typeface="Arial" panose="020B0604020202020204" pitchFamily="34" charset="0"/>
                <a:cs typeface="Arial" panose="020B0604020202020204" pitchFamily="34" charset="0"/>
              </a:rPr>
              <a:t>(Pacheco, 2021)</a:t>
            </a:r>
          </a:p>
        </p:txBody>
      </p:sp>
    </p:spTree>
    <p:extLst>
      <p:ext uri="{BB962C8B-B14F-4D97-AF65-F5344CB8AC3E}">
        <p14:creationId xmlns:p14="http://schemas.microsoft.com/office/powerpoint/2010/main" val="32935005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23DF4-F8A6-9E90-2937-9F44154E085B}"/>
              </a:ext>
            </a:extLst>
          </p:cNvPr>
          <p:cNvSpPr>
            <a:spLocks noGrp="1"/>
          </p:cNvSpPr>
          <p:nvPr>
            <p:ph type="title"/>
          </p:nvPr>
        </p:nvSpPr>
        <p:spPr>
          <a:xfrm>
            <a:off x="547199" y="2082800"/>
            <a:ext cx="9718029" cy="2351314"/>
          </a:xfrm>
        </p:spPr>
        <p:txBody>
          <a:bodyPr/>
          <a:lstStyle/>
          <a:p>
            <a:r>
              <a:rPr lang="en-GB" dirty="0">
                <a:cs typeface="Calibri Light"/>
              </a:rPr>
              <a:t>Case Study 1: </a:t>
            </a:r>
            <a:br>
              <a:rPr lang="en-GB" dirty="0">
                <a:cs typeface="Calibri Light"/>
              </a:rPr>
            </a:br>
            <a:r>
              <a:rPr lang="en-GB" dirty="0">
                <a:cs typeface="Calibri Light"/>
              </a:rPr>
              <a:t>An Ecommerce Website</a:t>
            </a:r>
            <a:endParaRPr lang="en-GB" dirty="0"/>
          </a:p>
        </p:txBody>
      </p:sp>
    </p:spTree>
    <p:extLst>
      <p:ext uri="{BB962C8B-B14F-4D97-AF65-F5344CB8AC3E}">
        <p14:creationId xmlns:p14="http://schemas.microsoft.com/office/powerpoint/2010/main" val="41416863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64691-C005-1E0A-BB0B-2F257103BE66}"/>
              </a:ext>
            </a:extLst>
          </p:cNvPr>
          <p:cNvSpPr>
            <a:spLocks noGrp="1"/>
          </p:cNvSpPr>
          <p:nvPr>
            <p:ph type="title"/>
          </p:nvPr>
        </p:nvSpPr>
        <p:spPr/>
        <p:txBody>
          <a:bodyPr/>
          <a:lstStyle/>
          <a:p>
            <a:r>
              <a:rPr lang="en-GB" dirty="0"/>
              <a:t>Case Study 1 – </a:t>
            </a:r>
            <a:r>
              <a:rPr lang="en-GB" i="1" dirty="0"/>
              <a:t>An Ecommerce Website</a:t>
            </a:r>
          </a:p>
        </p:txBody>
      </p:sp>
      <p:sp>
        <p:nvSpPr>
          <p:cNvPr id="5" name="Content Placeholder 4">
            <a:extLst>
              <a:ext uri="{FF2B5EF4-FFF2-40B4-BE49-F238E27FC236}">
                <a16:creationId xmlns:a16="http://schemas.microsoft.com/office/drawing/2014/main" id="{DF4C8148-9AF7-2B5A-350B-4C3C0482CA90}"/>
              </a:ext>
            </a:extLst>
          </p:cNvPr>
          <p:cNvSpPr>
            <a:spLocks noGrp="1"/>
          </p:cNvSpPr>
          <p:nvPr>
            <p:ph idx="1"/>
          </p:nvPr>
        </p:nvSpPr>
        <p:spPr>
          <a:xfrm>
            <a:off x="478800" y="1249200"/>
            <a:ext cx="5867679" cy="5144400"/>
          </a:xfrm>
        </p:spPr>
        <p:txBody>
          <a:bodyPr>
            <a:normAutofit/>
          </a:bodyPr>
          <a:lstStyle/>
          <a:p>
            <a:r>
              <a:rPr lang="en-GB" b="1" dirty="0"/>
              <a:t>Problem Overview:</a:t>
            </a:r>
          </a:p>
          <a:p>
            <a:pPr lvl="1"/>
            <a:r>
              <a:rPr lang="en-GB" b="1" dirty="0"/>
              <a:t>Website: </a:t>
            </a:r>
            <a:r>
              <a:rPr lang="en-GB" dirty="0"/>
              <a:t>ExampleShop.com</a:t>
            </a:r>
          </a:p>
          <a:p>
            <a:pPr lvl="1"/>
            <a:r>
              <a:rPr lang="en-GB" b="1" dirty="0"/>
              <a:t>Issue: </a:t>
            </a:r>
            <a:r>
              <a:rPr lang="en-GB" dirty="0"/>
              <a:t>Customers are abandoning their carts at a high rate during the checkout process.</a:t>
            </a:r>
          </a:p>
          <a:p>
            <a:pPr lvl="1"/>
            <a:r>
              <a:rPr lang="en-GB" b="1" dirty="0"/>
              <a:t>Impact: </a:t>
            </a:r>
            <a:r>
              <a:rPr lang="en-GB" dirty="0"/>
              <a:t>Decreased conversion rates. Lost revenue. Negative customer perception.</a:t>
            </a:r>
          </a:p>
        </p:txBody>
      </p:sp>
      <p:sp>
        <p:nvSpPr>
          <p:cNvPr id="3" name="TextBox 2">
            <a:extLst>
              <a:ext uri="{FF2B5EF4-FFF2-40B4-BE49-F238E27FC236}">
                <a16:creationId xmlns:a16="http://schemas.microsoft.com/office/drawing/2014/main" id="{95E1F0DB-0708-957E-EF0E-C8BE8E642FC4}"/>
              </a:ext>
            </a:extLst>
          </p:cNvPr>
          <p:cNvSpPr txBox="1"/>
          <p:nvPr/>
        </p:nvSpPr>
        <p:spPr>
          <a:xfrm>
            <a:off x="1717532" y="5736315"/>
            <a:ext cx="8756936" cy="1015663"/>
          </a:xfrm>
          <a:prstGeom prst="rect">
            <a:avLst/>
          </a:prstGeom>
          <a:noFill/>
        </p:spPr>
        <p:txBody>
          <a:bodyPr wrap="square" rtlCol="0">
            <a:spAutoFit/>
          </a:bodyPr>
          <a:lstStyle/>
          <a:p>
            <a:pPr algn="ctr"/>
            <a:r>
              <a:rPr lang="en-GB" sz="2000" b="1" dirty="0">
                <a:solidFill>
                  <a:srgbClr val="063532"/>
                </a:solidFill>
                <a:latin typeface="Arial" panose="020B0604020202020204" pitchFamily="34" charset="0"/>
                <a:cs typeface="Arial" panose="020B0604020202020204" pitchFamily="34" charset="0"/>
              </a:rPr>
              <a:t>What are the possible causes of the issue and what other impacts could it cause? Raise your hand to speak or write your ideas in the chat box.</a:t>
            </a:r>
          </a:p>
        </p:txBody>
      </p:sp>
      <p:pic>
        <p:nvPicPr>
          <p:cNvPr id="6" name="Picture 5" descr="Person holding credit card using laptop">
            <a:extLst>
              <a:ext uri="{FF2B5EF4-FFF2-40B4-BE49-F238E27FC236}">
                <a16:creationId xmlns:a16="http://schemas.microsoft.com/office/drawing/2014/main" id="{49AABDEB-E4B5-6089-B019-15E2442240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74702" y="1552649"/>
            <a:ext cx="5328924" cy="3552616"/>
          </a:xfrm>
          <a:prstGeom prst="rect">
            <a:avLst/>
          </a:prstGeom>
          <a:effectLst>
            <a:softEdge rad="63500"/>
          </a:effectLst>
        </p:spPr>
      </p:pic>
    </p:spTree>
    <p:extLst>
      <p:ext uri="{BB962C8B-B14F-4D97-AF65-F5344CB8AC3E}">
        <p14:creationId xmlns:p14="http://schemas.microsoft.com/office/powerpoint/2010/main" val="34986427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D373B-C5B4-AF5A-D4DA-EB05D4F03A26}"/>
              </a:ext>
            </a:extLst>
          </p:cNvPr>
          <p:cNvSpPr>
            <a:spLocks noGrp="1"/>
          </p:cNvSpPr>
          <p:nvPr>
            <p:ph type="title"/>
          </p:nvPr>
        </p:nvSpPr>
        <p:spPr/>
        <p:txBody>
          <a:bodyPr/>
          <a:lstStyle/>
          <a:p>
            <a:r>
              <a:rPr lang="en-GB" dirty="0"/>
              <a:t>Case Study 1 – Identified Issues</a:t>
            </a:r>
          </a:p>
        </p:txBody>
      </p:sp>
      <p:sp>
        <p:nvSpPr>
          <p:cNvPr id="3" name="Content Placeholder 2">
            <a:extLst>
              <a:ext uri="{FF2B5EF4-FFF2-40B4-BE49-F238E27FC236}">
                <a16:creationId xmlns:a16="http://schemas.microsoft.com/office/drawing/2014/main" id="{510827D5-0F77-A775-13C4-7E12A9FB7DF6}"/>
              </a:ext>
            </a:extLst>
          </p:cNvPr>
          <p:cNvSpPr>
            <a:spLocks noGrp="1"/>
          </p:cNvSpPr>
          <p:nvPr>
            <p:ph idx="1"/>
          </p:nvPr>
        </p:nvSpPr>
        <p:spPr/>
        <p:txBody>
          <a:bodyPr/>
          <a:lstStyle/>
          <a:p>
            <a:r>
              <a:rPr lang="en-US" b="1" dirty="0">
                <a:ea typeface="+mn-lt"/>
                <a:cs typeface="+mn-lt"/>
              </a:rPr>
              <a:t>Complex Navigation:</a:t>
            </a:r>
            <a:r>
              <a:rPr lang="en-US" dirty="0">
                <a:ea typeface="+mn-lt"/>
                <a:cs typeface="+mn-lt"/>
              </a:rPr>
              <a:t> Multiple steps required to complete the purchase. Difficult to find and apply discount codes.</a:t>
            </a:r>
            <a:endParaRPr lang="en-US" dirty="0">
              <a:cs typeface="Calibri"/>
            </a:endParaRPr>
          </a:p>
          <a:p>
            <a:r>
              <a:rPr lang="en-US" b="1" dirty="0">
                <a:ea typeface="+mn-lt"/>
                <a:cs typeface="+mn-lt"/>
              </a:rPr>
              <a:t>Poor Mobile Experience:</a:t>
            </a:r>
            <a:r>
              <a:rPr lang="en-US" dirty="0">
                <a:ea typeface="+mn-lt"/>
                <a:cs typeface="+mn-lt"/>
              </a:rPr>
              <a:t> Checkout process not optimized for mobile devices. Small buttons and text, hard to use on smaller screens.</a:t>
            </a:r>
            <a:endParaRPr lang="en-US" dirty="0">
              <a:cs typeface="Calibri" panose="020F0502020204030204"/>
            </a:endParaRPr>
          </a:p>
          <a:p>
            <a:r>
              <a:rPr lang="en-US" b="1" dirty="0">
                <a:ea typeface="+mn-lt"/>
                <a:cs typeface="+mn-lt"/>
              </a:rPr>
              <a:t>Lack of Trust Signals:</a:t>
            </a:r>
            <a:r>
              <a:rPr lang="en-US" dirty="0">
                <a:ea typeface="+mn-lt"/>
                <a:cs typeface="+mn-lt"/>
              </a:rPr>
              <a:t> No visible security badges or payment guarantees. Users unsure about the safety of their personal and payment information.</a:t>
            </a:r>
            <a:endParaRPr lang="en-US" dirty="0">
              <a:cs typeface="Calibri"/>
            </a:endParaRPr>
          </a:p>
          <a:p>
            <a:endParaRPr lang="en-GB" dirty="0"/>
          </a:p>
        </p:txBody>
      </p:sp>
    </p:spTree>
    <p:extLst>
      <p:ext uri="{BB962C8B-B14F-4D97-AF65-F5344CB8AC3E}">
        <p14:creationId xmlns:p14="http://schemas.microsoft.com/office/powerpoint/2010/main" val="35026758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C4825-7F7C-C1F7-4F55-3692A61735C0}"/>
              </a:ext>
            </a:extLst>
          </p:cNvPr>
          <p:cNvSpPr>
            <a:spLocks noGrp="1"/>
          </p:cNvSpPr>
          <p:nvPr>
            <p:ph type="title"/>
          </p:nvPr>
        </p:nvSpPr>
        <p:spPr/>
        <p:txBody>
          <a:bodyPr/>
          <a:lstStyle/>
          <a:p>
            <a:r>
              <a:rPr lang="en-GB" dirty="0"/>
              <a:t>Case Study 1 – Detailed Analysis</a:t>
            </a:r>
          </a:p>
        </p:txBody>
      </p:sp>
      <p:sp>
        <p:nvSpPr>
          <p:cNvPr id="3" name="Content Placeholder 2">
            <a:extLst>
              <a:ext uri="{FF2B5EF4-FFF2-40B4-BE49-F238E27FC236}">
                <a16:creationId xmlns:a16="http://schemas.microsoft.com/office/drawing/2014/main" id="{BDF8BD2C-691D-CB9A-68ED-5C61E95E7787}"/>
              </a:ext>
            </a:extLst>
          </p:cNvPr>
          <p:cNvSpPr>
            <a:spLocks noGrp="1"/>
          </p:cNvSpPr>
          <p:nvPr>
            <p:ph idx="1"/>
          </p:nvPr>
        </p:nvSpPr>
        <p:spPr>
          <a:xfrm>
            <a:off x="478800" y="1249200"/>
            <a:ext cx="5378792" cy="5522792"/>
          </a:xfrm>
        </p:spPr>
        <p:txBody>
          <a:bodyPr>
            <a:normAutofit fontScale="70000" lnSpcReduction="20000"/>
          </a:bodyPr>
          <a:lstStyle/>
          <a:p>
            <a:pPr marL="0" indent="0">
              <a:lnSpc>
                <a:spcPct val="140000"/>
              </a:lnSpc>
              <a:buNone/>
            </a:pPr>
            <a:r>
              <a:rPr lang="en-US" sz="2400" dirty="0">
                <a:ea typeface="+mn-lt"/>
                <a:cs typeface="+mn-lt"/>
              </a:rPr>
              <a:t>•</a:t>
            </a:r>
            <a:r>
              <a:rPr lang="en-US" sz="2400" b="1" dirty="0">
                <a:ea typeface="+mn-lt"/>
                <a:cs typeface="+mn-lt"/>
              </a:rPr>
              <a:t>Complex Navigation:</a:t>
            </a:r>
            <a:r>
              <a:rPr lang="en-US" sz="2400" dirty="0">
                <a:ea typeface="+mn-lt"/>
                <a:cs typeface="+mn-lt"/>
              </a:rPr>
              <a:t> Issue: The checkout process requires navigating through multiple pages and filling out extensive forms. Impact: Increased abandonment rate as users get frustrated and leave the site before completing the purchase.</a:t>
            </a:r>
            <a:endParaRPr lang="en-US" sz="2400" dirty="0">
              <a:cs typeface="Calibri"/>
            </a:endParaRPr>
          </a:p>
          <a:p>
            <a:pPr marL="0" indent="0">
              <a:lnSpc>
                <a:spcPct val="140000"/>
              </a:lnSpc>
              <a:buNone/>
            </a:pPr>
            <a:r>
              <a:rPr lang="en-US" sz="2400" dirty="0">
                <a:ea typeface="+mn-lt"/>
                <a:cs typeface="+mn-lt"/>
              </a:rPr>
              <a:t>•</a:t>
            </a:r>
            <a:r>
              <a:rPr lang="en-US" sz="2400" b="1" dirty="0">
                <a:ea typeface="+mn-lt"/>
                <a:cs typeface="+mn-lt"/>
              </a:rPr>
              <a:t>Poor Mobile Experience:</a:t>
            </a:r>
            <a:r>
              <a:rPr lang="en-US" sz="2400" dirty="0">
                <a:ea typeface="+mn-lt"/>
                <a:cs typeface="+mn-lt"/>
              </a:rPr>
              <a:t> Issue: The website is not mobile-responsive, making it difficult for users to interact with elements on smaller screens. Impact: Mobile users are less likely to complete their purchases, leading to lost sales opportunities.</a:t>
            </a:r>
            <a:endParaRPr lang="en-US" sz="2400" dirty="0">
              <a:cs typeface="Calibri" panose="020F0502020204030204"/>
            </a:endParaRPr>
          </a:p>
          <a:p>
            <a:pPr marL="0" indent="0">
              <a:lnSpc>
                <a:spcPct val="140000"/>
              </a:lnSpc>
              <a:buNone/>
            </a:pPr>
            <a:r>
              <a:rPr lang="en-US" sz="2400" dirty="0">
                <a:ea typeface="+mn-lt"/>
                <a:cs typeface="+mn-lt"/>
              </a:rPr>
              <a:t>•</a:t>
            </a:r>
            <a:r>
              <a:rPr lang="en-US" sz="2400" b="1" dirty="0">
                <a:ea typeface="+mn-lt"/>
                <a:cs typeface="+mn-lt"/>
              </a:rPr>
              <a:t>Lack of Trust Signals:</a:t>
            </a:r>
            <a:r>
              <a:rPr lang="en-US" sz="2400" dirty="0">
                <a:ea typeface="+mn-lt"/>
                <a:cs typeface="+mn-lt"/>
              </a:rPr>
              <a:t> Issue: Absence of security badges, SSL certificates, and clear return policies. Impact: Users feel insecure about entering their payment information, resulting in a higher drop-off rate.</a:t>
            </a:r>
            <a:endParaRPr lang="en-US" sz="2400" dirty="0">
              <a:cs typeface="Calibri" panose="020F0502020204030204"/>
            </a:endParaRPr>
          </a:p>
        </p:txBody>
      </p:sp>
      <p:pic>
        <p:nvPicPr>
          <p:cNvPr id="5" name="Picture 4" descr="Person holding a credit card and cell phone">
            <a:extLst>
              <a:ext uri="{FF2B5EF4-FFF2-40B4-BE49-F238E27FC236}">
                <a16:creationId xmlns:a16="http://schemas.microsoft.com/office/drawing/2014/main" id="{8FAFD5F5-DC0F-2344-061F-B616CBD327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06678" y="1463804"/>
            <a:ext cx="4871265" cy="4395820"/>
          </a:xfrm>
          <a:prstGeom prst="rect">
            <a:avLst/>
          </a:prstGeom>
          <a:effectLst>
            <a:softEdge rad="63500"/>
          </a:effectLst>
        </p:spPr>
      </p:pic>
    </p:spTree>
    <p:extLst>
      <p:ext uri="{BB962C8B-B14F-4D97-AF65-F5344CB8AC3E}">
        <p14:creationId xmlns:p14="http://schemas.microsoft.com/office/powerpoint/2010/main" val="481033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E57E2-EC19-89EF-FBAD-BB76A187144F}"/>
              </a:ext>
            </a:extLst>
          </p:cNvPr>
          <p:cNvSpPr>
            <a:spLocks noGrp="1"/>
          </p:cNvSpPr>
          <p:nvPr>
            <p:ph type="title"/>
          </p:nvPr>
        </p:nvSpPr>
        <p:spPr/>
        <p:txBody>
          <a:bodyPr/>
          <a:lstStyle/>
          <a:p>
            <a:r>
              <a:rPr lang="en-GB" dirty="0"/>
              <a:t>Case Study 1 – Proposed Solutions</a:t>
            </a:r>
          </a:p>
        </p:txBody>
      </p:sp>
      <p:sp>
        <p:nvSpPr>
          <p:cNvPr id="3" name="Content Placeholder 2">
            <a:extLst>
              <a:ext uri="{FF2B5EF4-FFF2-40B4-BE49-F238E27FC236}">
                <a16:creationId xmlns:a16="http://schemas.microsoft.com/office/drawing/2014/main" id="{0FE5BB8C-7694-C6D3-3096-86CAAA77609D}"/>
              </a:ext>
            </a:extLst>
          </p:cNvPr>
          <p:cNvSpPr>
            <a:spLocks noGrp="1"/>
          </p:cNvSpPr>
          <p:nvPr>
            <p:ph idx="1"/>
          </p:nvPr>
        </p:nvSpPr>
        <p:spPr>
          <a:xfrm>
            <a:off x="478800" y="1249200"/>
            <a:ext cx="5617200" cy="5446800"/>
          </a:xfrm>
        </p:spPr>
        <p:txBody>
          <a:bodyPr>
            <a:normAutofit fontScale="70000" lnSpcReduction="20000"/>
          </a:bodyPr>
          <a:lstStyle/>
          <a:p>
            <a:pPr marL="0" indent="0">
              <a:buNone/>
            </a:pPr>
            <a:r>
              <a:rPr lang="en-US" sz="2400" dirty="0">
                <a:ea typeface="+mn-lt"/>
                <a:cs typeface="+mn-lt"/>
              </a:rPr>
              <a:t>•</a:t>
            </a:r>
            <a:r>
              <a:rPr lang="en-US" sz="2400" b="1" dirty="0">
                <a:ea typeface="+mn-lt"/>
                <a:cs typeface="+mn-lt"/>
              </a:rPr>
              <a:t>Simplify Navigation:</a:t>
            </a:r>
            <a:r>
              <a:rPr lang="en-US" sz="2400" dirty="0">
                <a:ea typeface="+mn-lt"/>
                <a:cs typeface="+mn-lt"/>
              </a:rPr>
              <a:t> Solution: Reduce the number of steps in the checkout process by consolidating information into fewer pages. Implementation: Use a single-page checkout format that includes all necessary fields in a streamlined manner.</a:t>
            </a:r>
            <a:endParaRPr lang="en-US" sz="2400" dirty="0">
              <a:cs typeface="Calibri"/>
            </a:endParaRPr>
          </a:p>
          <a:p>
            <a:pPr marL="0" indent="0">
              <a:buNone/>
            </a:pPr>
            <a:r>
              <a:rPr lang="en-US" sz="2400" dirty="0">
                <a:ea typeface="+mn-lt"/>
                <a:cs typeface="+mn-lt"/>
              </a:rPr>
              <a:t>•</a:t>
            </a:r>
            <a:r>
              <a:rPr lang="en-US" sz="2400" b="1" dirty="0">
                <a:ea typeface="+mn-lt"/>
                <a:cs typeface="+mn-lt"/>
              </a:rPr>
              <a:t>Optimize for Mobile:</a:t>
            </a:r>
            <a:r>
              <a:rPr lang="en-US" sz="2400" dirty="0">
                <a:ea typeface="+mn-lt"/>
                <a:cs typeface="+mn-lt"/>
              </a:rPr>
              <a:t> Solution: Redesign the checkout process to be fully responsive for mobile devices. Implementation: Ensure buttons and text are large enough to be easily clickable and readable on small screens.</a:t>
            </a:r>
            <a:endParaRPr lang="en-US" sz="2400" dirty="0">
              <a:cs typeface="Calibri" panose="020F0502020204030204"/>
            </a:endParaRPr>
          </a:p>
          <a:p>
            <a:pPr marL="0" indent="0">
              <a:buNone/>
            </a:pPr>
            <a:r>
              <a:rPr lang="en-US" sz="2400" dirty="0">
                <a:ea typeface="+mn-lt"/>
                <a:cs typeface="+mn-lt"/>
              </a:rPr>
              <a:t>•</a:t>
            </a:r>
            <a:r>
              <a:rPr lang="en-US" sz="2400" b="1" dirty="0">
                <a:ea typeface="+mn-lt"/>
                <a:cs typeface="+mn-lt"/>
              </a:rPr>
              <a:t>Increase Trust Signals:</a:t>
            </a:r>
            <a:r>
              <a:rPr lang="en-US" sz="2400" dirty="0">
                <a:ea typeface="+mn-lt"/>
                <a:cs typeface="+mn-lt"/>
              </a:rPr>
              <a:t> Solution: Add visible security badges, SSL certificates, and clear return policies. Implementation: Display security icons and trust badges prominently throughout the checkout process to reassure users.</a:t>
            </a:r>
            <a:endParaRPr lang="en-US" sz="2400" dirty="0">
              <a:cs typeface="Calibri"/>
            </a:endParaRPr>
          </a:p>
        </p:txBody>
      </p:sp>
      <p:pic>
        <p:nvPicPr>
          <p:cNvPr id="5" name="Picture 4" descr="Keyboard with heart key">
            <a:extLst>
              <a:ext uri="{FF2B5EF4-FFF2-40B4-BE49-F238E27FC236}">
                <a16:creationId xmlns:a16="http://schemas.microsoft.com/office/drawing/2014/main" id="{841115B3-4F1A-EB25-3BDF-D45E67791E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10398" y="1660849"/>
            <a:ext cx="5302802" cy="4273419"/>
          </a:xfrm>
          <a:prstGeom prst="rect">
            <a:avLst/>
          </a:prstGeom>
          <a:effectLst>
            <a:softEdge rad="63500"/>
          </a:effectLst>
        </p:spPr>
      </p:pic>
    </p:spTree>
    <p:extLst>
      <p:ext uri="{BB962C8B-B14F-4D97-AF65-F5344CB8AC3E}">
        <p14:creationId xmlns:p14="http://schemas.microsoft.com/office/powerpoint/2010/main" val="2044475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E57E2-EC19-89EF-FBAD-BB76A187144F}"/>
              </a:ext>
            </a:extLst>
          </p:cNvPr>
          <p:cNvSpPr>
            <a:spLocks noGrp="1"/>
          </p:cNvSpPr>
          <p:nvPr>
            <p:ph type="title"/>
          </p:nvPr>
        </p:nvSpPr>
        <p:spPr/>
        <p:txBody>
          <a:bodyPr/>
          <a:lstStyle/>
          <a:p>
            <a:r>
              <a:rPr lang="en-GB" dirty="0"/>
              <a:t>Case Study 1 – Implementation Steps</a:t>
            </a:r>
          </a:p>
        </p:txBody>
      </p:sp>
      <p:graphicFrame>
        <p:nvGraphicFramePr>
          <p:cNvPr id="7" name="Content Placeholder 6">
            <a:extLst>
              <a:ext uri="{FF2B5EF4-FFF2-40B4-BE49-F238E27FC236}">
                <a16:creationId xmlns:a16="http://schemas.microsoft.com/office/drawing/2014/main" id="{AA1C0154-6836-35E9-40A2-A09247A1521E}"/>
              </a:ext>
            </a:extLst>
          </p:cNvPr>
          <p:cNvGraphicFramePr>
            <a:graphicFrameLocks noGrp="1"/>
          </p:cNvGraphicFramePr>
          <p:nvPr>
            <p:ph idx="1"/>
            <p:extLst>
              <p:ext uri="{D42A27DB-BD31-4B8C-83A1-F6EECF244321}">
                <p14:modId xmlns:p14="http://schemas.microsoft.com/office/powerpoint/2010/main" val="2976454753"/>
              </p:ext>
            </p:extLst>
          </p:nvPr>
        </p:nvGraphicFramePr>
        <p:xfrm>
          <a:off x="6096000" y="1312737"/>
          <a:ext cx="5314793" cy="51435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 name="Picture 7">
            <a:extLst>
              <a:ext uri="{FF2B5EF4-FFF2-40B4-BE49-F238E27FC236}">
                <a16:creationId xmlns:a16="http://schemas.microsoft.com/office/drawing/2014/main" id="{045E4FEE-999D-D6F7-ACE8-44281A79181F}"/>
              </a:ex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225800" y="1857288"/>
            <a:ext cx="5588308" cy="3143424"/>
          </a:xfrm>
          <a:prstGeom prst="rect">
            <a:avLst/>
          </a:prstGeom>
        </p:spPr>
      </p:pic>
      <p:sp>
        <p:nvSpPr>
          <p:cNvPr id="9" name="TextBox 8">
            <a:extLst>
              <a:ext uri="{FF2B5EF4-FFF2-40B4-BE49-F238E27FC236}">
                <a16:creationId xmlns:a16="http://schemas.microsoft.com/office/drawing/2014/main" id="{20BD3288-8965-DDA9-CD9A-C6430D3197E3}"/>
              </a:ext>
            </a:extLst>
          </p:cNvPr>
          <p:cNvSpPr txBox="1"/>
          <p:nvPr/>
        </p:nvSpPr>
        <p:spPr>
          <a:xfrm>
            <a:off x="225800" y="5069941"/>
            <a:ext cx="2634054" cy="369332"/>
          </a:xfrm>
          <a:prstGeom prst="rect">
            <a:avLst/>
          </a:prstGeom>
          <a:noFill/>
        </p:spPr>
        <p:txBody>
          <a:bodyPr wrap="none" rtlCol="0">
            <a:spAutoFit/>
          </a:bodyPr>
          <a:lstStyle/>
          <a:p>
            <a:r>
              <a:rPr lang="en-GB" dirty="0">
                <a:solidFill>
                  <a:srgbClr val="063532"/>
                </a:solidFill>
                <a:latin typeface="Arial" panose="020B0604020202020204" pitchFamily="34" charset="0"/>
                <a:cs typeface="Arial" panose="020B0604020202020204" pitchFamily="34" charset="0"/>
              </a:rPr>
              <a:t>(Unicorn Platform 2024)</a:t>
            </a:r>
          </a:p>
        </p:txBody>
      </p:sp>
    </p:spTree>
    <p:extLst>
      <p:ext uri="{BB962C8B-B14F-4D97-AF65-F5344CB8AC3E}">
        <p14:creationId xmlns:p14="http://schemas.microsoft.com/office/powerpoint/2010/main" val="32020760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E029D-E878-0F16-013E-3AA130AB5C49}"/>
              </a:ext>
            </a:extLst>
          </p:cNvPr>
          <p:cNvSpPr>
            <a:spLocks noGrp="1"/>
          </p:cNvSpPr>
          <p:nvPr>
            <p:ph type="title"/>
          </p:nvPr>
        </p:nvSpPr>
        <p:spPr/>
        <p:txBody>
          <a:bodyPr/>
          <a:lstStyle/>
          <a:p>
            <a:r>
              <a:rPr lang="en-GB" dirty="0"/>
              <a:t>Case Study 1 – Expected Outcomes</a:t>
            </a:r>
          </a:p>
        </p:txBody>
      </p:sp>
      <p:sp>
        <p:nvSpPr>
          <p:cNvPr id="3" name="Content Placeholder 2">
            <a:extLst>
              <a:ext uri="{FF2B5EF4-FFF2-40B4-BE49-F238E27FC236}">
                <a16:creationId xmlns:a16="http://schemas.microsoft.com/office/drawing/2014/main" id="{2986ECA3-02AE-3EC5-58C9-E15E0A4E3958}"/>
              </a:ext>
            </a:extLst>
          </p:cNvPr>
          <p:cNvSpPr>
            <a:spLocks noGrp="1"/>
          </p:cNvSpPr>
          <p:nvPr>
            <p:ph idx="1"/>
          </p:nvPr>
        </p:nvSpPr>
        <p:spPr/>
        <p:txBody>
          <a:bodyPr/>
          <a:lstStyle/>
          <a:p>
            <a:pPr marL="0" indent="0">
              <a:buNone/>
            </a:pPr>
            <a:r>
              <a:rPr lang="en-US" dirty="0">
                <a:ea typeface="+mn-lt"/>
                <a:cs typeface="+mn-lt"/>
              </a:rPr>
              <a:t>•</a:t>
            </a:r>
            <a:r>
              <a:rPr lang="en-US" b="1" dirty="0">
                <a:ea typeface="+mn-lt"/>
                <a:cs typeface="+mn-lt"/>
              </a:rPr>
              <a:t>Improved User Experience:</a:t>
            </a:r>
            <a:r>
              <a:rPr lang="en-US" dirty="0">
                <a:ea typeface="+mn-lt"/>
                <a:cs typeface="+mn-lt"/>
              </a:rPr>
              <a:t> Simplified navigation and mobile optimization will make the checkout process smoother and more intuitive.</a:t>
            </a:r>
          </a:p>
          <a:p>
            <a:pPr marL="0" indent="0">
              <a:buNone/>
            </a:pPr>
            <a:endParaRPr lang="en-US" dirty="0">
              <a:cs typeface="Calibri"/>
            </a:endParaRPr>
          </a:p>
          <a:p>
            <a:pPr marL="0" indent="0">
              <a:buNone/>
            </a:pPr>
            <a:r>
              <a:rPr lang="en-US" dirty="0">
                <a:ea typeface="+mn-lt"/>
                <a:cs typeface="+mn-lt"/>
              </a:rPr>
              <a:t>•</a:t>
            </a:r>
            <a:r>
              <a:rPr lang="en-US" b="1" dirty="0">
                <a:ea typeface="+mn-lt"/>
                <a:cs typeface="+mn-lt"/>
              </a:rPr>
              <a:t>Increased Conversion Rates:</a:t>
            </a:r>
            <a:r>
              <a:rPr lang="en-US" dirty="0">
                <a:ea typeface="+mn-lt"/>
                <a:cs typeface="+mn-lt"/>
              </a:rPr>
              <a:t> A more efficient and user-friendly checkout process will reduce cart abandonment and increase completed purchases.</a:t>
            </a:r>
          </a:p>
          <a:p>
            <a:pPr marL="0" indent="0">
              <a:buNone/>
            </a:pPr>
            <a:endParaRPr lang="en-US" dirty="0">
              <a:cs typeface="Calibri" panose="020F0502020204030204"/>
            </a:endParaRPr>
          </a:p>
          <a:p>
            <a:pPr marL="0" indent="0">
              <a:buNone/>
            </a:pPr>
            <a:r>
              <a:rPr lang="en-US" dirty="0">
                <a:ea typeface="+mn-lt"/>
                <a:cs typeface="+mn-lt"/>
              </a:rPr>
              <a:t>•</a:t>
            </a:r>
            <a:r>
              <a:rPr lang="en-US" b="1" dirty="0">
                <a:ea typeface="+mn-lt"/>
                <a:cs typeface="+mn-lt"/>
              </a:rPr>
              <a:t>Enhanced Trust and Security:</a:t>
            </a:r>
            <a:r>
              <a:rPr lang="en-US" dirty="0">
                <a:ea typeface="+mn-lt"/>
                <a:cs typeface="+mn-lt"/>
              </a:rPr>
              <a:t> Visible security badges and clear return policies will increase user confidence in the site, reducing drop-off rates.</a:t>
            </a:r>
            <a:endParaRPr lang="en-US" dirty="0">
              <a:cs typeface="Calibri" panose="020F0502020204030204"/>
            </a:endParaRPr>
          </a:p>
          <a:p>
            <a:endParaRPr lang="en-GB" dirty="0"/>
          </a:p>
        </p:txBody>
      </p:sp>
    </p:spTree>
    <p:extLst>
      <p:ext uri="{BB962C8B-B14F-4D97-AF65-F5344CB8AC3E}">
        <p14:creationId xmlns:p14="http://schemas.microsoft.com/office/powerpoint/2010/main" val="23799515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A77C7-F6BE-95E6-6126-E3F075E39951}"/>
              </a:ext>
            </a:extLst>
          </p:cNvPr>
          <p:cNvSpPr>
            <a:spLocks noGrp="1"/>
          </p:cNvSpPr>
          <p:nvPr>
            <p:ph type="title"/>
          </p:nvPr>
        </p:nvSpPr>
        <p:spPr/>
        <p:txBody>
          <a:bodyPr>
            <a:normAutofit fontScale="90000"/>
          </a:bodyPr>
          <a:lstStyle/>
          <a:p>
            <a:r>
              <a:rPr lang="en-GB" dirty="0"/>
              <a:t>Case Study 1 - Conclusion and Key Takeaways</a:t>
            </a:r>
          </a:p>
        </p:txBody>
      </p:sp>
      <p:sp>
        <p:nvSpPr>
          <p:cNvPr id="3" name="Content Placeholder 2">
            <a:extLst>
              <a:ext uri="{FF2B5EF4-FFF2-40B4-BE49-F238E27FC236}">
                <a16:creationId xmlns:a16="http://schemas.microsoft.com/office/drawing/2014/main" id="{E9563436-49A4-3D81-4836-5AE758E28389}"/>
              </a:ext>
            </a:extLst>
          </p:cNvPr>
          <p:cNvSpPr>
            <a:spLocks noGrp="1"/>
          </p:cNvSpPr>
          <p:nvPr>
            <p:ph idx="1"/>
          </p:nvPr>
        </p:nvSpPr>
        <p:spPr>
          <a:xfrm>
            <a:off x="478800" y="1249200"/>
            <a:ext cx="5885786" cy="5608800"/>
          </a:xfrm>
        </p:spPr>
        <p:txBody>
          <a:bodyPr>
            <a:normAutofit fontScale="85000" lnSpcReduction="20000"/>
          </a:bodyPr>
          <a:lstStyle/>
          <a:p>
            <a:r>
              <a:rPr lang="en-US" b="1" dirty="0">
                <a:ea typeface="+mn-lt"/>
                <a:cs typeface="+mn-lt"/>
              </a:rPr>
              <a:t>Conclusion:</a:t>
            </a:r>
            <a:r>
              <a:rPr lang="en-US" dirty="0">
                <a:ea typeface="+mn-lt"/>
                <a:cs typeface="+mn-lt"/>
              </a:rPr>
              <a:t> The poor UX of </a:t>
            </a:r>
            <a:r>
              <a:rPr lang="en-US" dirty="0" err="1">
                <a:ea typeface="+mn-lt"/>
                <a:cs typeface="+mn-lt"/>
              </a:rPr>
              <a:t>ExampleShop.com's</a:t>
            </a:r>
            <a:r>
              <a:rPr lang="en-US" dirty="0">
                <a:ea typeface="+mn-lt"/>
                <a:cs typeface="+mn-lt"/>
              </a:rPr>
              <a:t> checkout process led to high cart abandonment and lost revenue. By simplifying navigation, optimizing for mobile, and increasing trust signals, the site can significantly improve its user experience and conversion rates.</a:t>
            </a:r>
            <a:endParaRPr lang="en-US" dirty="0">
              <a:cs typeface="Calibri"/>
            </a:endParaRPr>
          </a:p>
          <a:p>
            <a:r>
              <a:rPr lang="en-US" b="1" dirty="0">
                <a:ea typeface="+mn-lt"/>
                <a:cs typeface="+mn-lt"/>
              </a:rPr>
              <a:t>Key Takeaways:</a:t>
            </a:r>
            <a:r>
              <a:rPr lang="en-US" dirty="0">
                <a:ea typeface="+mn-lt"/>
                <a:cs typeface="+mn-lt"/>
              </a:rPr>
              <a:t> Conduct thorough user research to identify pain points. Simplify the checkout process to reduce friction. Ensure mobile responsiveness to capture mobile users. Include trust signals to reassure users about security.</a:t>
            </a:r>
            <a:endParaRPr lang="en-US" dirty="0"/>
          </a:p>
          <a:p>
            <a:endParaRPr lang="en-GB" dirty="0"/>
          </a:p>
        </p:txBody>
      </p:sp>
      <p:pic>
        <p:nvPicPr>
          <p:cNvPr id="5" name="Picture 4" descr="People at meeting">
            <a:extLst>
              <a:ext uri="{FF2B5EF4-FFF2-40B4-BE49-F238E27FC236}">
                <a16:creationId xmlns:a16="http://schemas.microsoft.com/office/drawing/2014/main" id="{93AB2B42-D20E-19C2-6EAB-4392A4548D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96038" y="1800807"/>
            <a:ext cx="5303263" cy="4161453"/>
          </a:xfrm>
          <a:prstGeom prst="rect">
            <a:avLst/>
          </a:prstGeom>
          <a:effectLst>
            <a:softEdge rad="63500"/>
          </a:effectLst>
        </p:spPr>
      </p:pic>
    </p:spTree>
    <p:extLst>
      <p:ext uri="{BB962C8B-B14F-4D97-AF65-F5344CB8AC3E}">
        <p14:creationId xmlns:p14="http://schemas.microsoft.com/office/powerpoint/2010/main" val="37025082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23DF4-F8A6-9E90-2937-9F44154E085B}"/>
              </a:ext>
            </a:extLst>
          </p:cNvPr>
          <p:cNvSpPr>
            <a:spLocks noGrp="1"/>
          </p:cNvSpPr>
          <p:nvPr>
            <p:ph type="title"/>
          </p:nvPr>
        </p:nvSpPr>
        <p:spPr>
          <a:xfrm>
            <a:off x="547199" y="2082800"/>
            <a:ext cx="9718029" cy="2351314"/>
          </a:xfrm>
        </p:spPr>
        <p:txBody>
          <a:bodyPr/>
          <a:lstStyle/>
          <a:p>
            <a:r>
              <a:rPr lang="en-GB" dirty="0">
                <a:cs typeface="Calibri Light"/>
              </a:rPr>
              <a:t>Case Study 2: </a:t>
            </a:r>
            <a:br>
              <a:rPr lang="en-GB" dirty="0">
                <a:cs typeface="Calibri Light"/>
              </a:rPr>
            </a:br>
            <a:r>
              <a:rPr lang="en-GB" dirty="0">
                <a:cs typeface="Calibri Light"/>
              </a:rPr>
              <a:t>A Retail Company</a:t>
            </a:r>
            <a:endParaRPr lang="en-GB" dirty="0"/>
          </a:p>
        </p:txBody>
      </p:sp>
    </p:spTree>
    <p:extLst>
      <p:ext uri="{BB962C8B-B14F-4D97-AF65-F5344CB8AC3E}">
        <p14:creationId xmlns:p14="http://schemas.microsoft.com/office/powerpoint/2010/main" val="42890110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64691-C005-1E0A-BB0B-2F257103BE66}"/>
              </a:ext>
            </a:extLst>
          </p:cNvPr>
          <p:cNvSpPr>
            <a:spLocks noGrp="1"/>
          </p:cNvSpPr>
          <p:nvPr>
            <p:ph type="title"/>
          </p:nvPr>
        </p:nvSpPr>
        <p:spPr/>
        <p:txBody>
          <a:bodyPr/>
          <a:lstStyle/>
          <a:p>
            <a:r>
              <a:rPr lang="en-GB" dirty="0"/>
              <a:t>Case Study 2 – </a:t>
            </a:r>
            <a:r>
              <a:rPr lang="en-GB" i="1" dirty="0"/>
              <a:t>A Retail Company</a:t>
            </a:r>
          </a:p>
        </p:txBody>
      </p:sp>
      <p:sp>
        <p:nvSpPr>
          <p:cNvPr id="5" name="Content Placeholder 4">
            <a:extLst>
              <a:ext uri="{FF2B5EF4-FFF2-40B4-BE49-F238E27FC236}">
                <a16:creationId xmlns:a16="http://schemas.microsoft.com/office/drawing/2014/main" id="{DF4C8148-9AF7-2B5A-350B-4C3C0482CA90}"/>
              </a:ext>
            </a:extLst>
          </p:cNvPr>
          <p:cNvSpPr>
            <a:spLocks noGrp="1"/>
          </p:cNvSpPr>
          <p:nvPr>
            <p:ph idx="1"/>
          </p:nvPr>
        </p:nvSpPr>
        <p:spPr>
          <a:xfrm>
            <a:off x="478800" y="1249200"/>
            <a:ext cx="5867679" cy="5144400"/>
          </a:xfrm>
        </p:spPr>
        <p:txBody>
          <a:bodyPr>
            <a:normAutofit/>
          </a:bodyPr>
          <a:lstStyle/>
          <a:p>
            <a:r>
              <a:rPr lang="en-GB" b="1" dirty="0"/>
              <a:t>Problem Overview:</a:t>
            </a:r>
          </a:p>
          <a:p>
            <a:pPr lvl="1"/>
            <a:r>
              <a:rPr lang="en-GB" b="1" dirty="0"/>
              <a:t>Company: </a:t>
            </a:r>
            <a:r>
              <a:rPr lang="en-GB" dirty="0"/>
              <a:t>A major retail company</a:t>
            </a:r>
          </a:p>
          <a:p>
            <a:pPr lvl="1"/>
            <a:endParaRPr lang="en-GB" dirty="0"/>
          </a:p>
          <a:p>
            <a:pPr lvl="1"/>
            <a:r>
              <a:rPr lang="en-GB" b="1" dirty="0"/>
              <a:t>Challenge: </a:t>
            </a:r>
            <a:r>
              <a:rPr lang="en-GB" dirty="0"/>
              <a:t>The company’s mobile app was receiving poor user feedback due to its complicated navigation and lengthy checkout process.</a:t>
            </a:r>
          </a:p>
        </p:txBody>
      </p:sp>
      <p:sp>
        <p:nvSpPr>
          <p:cNvPr id="3" name="TextBox 2">
            <a:extLst>
              <a:ext uri="{FF2B5EF4-FFF2-40B4-BE49-F238E27FC236}">
                <a16:creationId xmlns:a16="http://schemas.microsoft.com/office/drawing/2014/main" id="{95E1F0DB-0708-957E-EF0E-C8BE8E642FC4}"/>
              </a:ext>
            </a:extLst>
          </p:cNvPr>
          <p:cNvSpPr txBox="1"/>
          <p:nvPr/>
        </p:nvSpPr>
        <p:spPr>
          <a:xfrm>
            <a:off x="1717532" y="5736315"/>
            <a:ext cx="8756936" cy="707886"/>
          </a:xfrm>
          <a:prstGeom prst="rect">
            <a:avLst/>
          </a:prstGeom>
          <a:noFill/>
        </p:spPr>
        <p:txBody>
          <a:bodyPr wrap="square" rtlCol="0">
            <a:spAutoFit/>
          </a:bodyPr>
          <a:lstStyle/>
          <a:p>
            <a:pPr algn="ctr"/>
            <a:r>
              <a:rPr lang="en-GB" sz="2000" b="1" dirty="0">
                <a:solidFill>
                  <a:srgbClr val="063532"/>
                </a:solidFill>
                <a:latin typeface="Arial" panose="020B0604020202020204" pitchFamily="34" charset="0"/>
                <a:cs typeface="Arial" panose="020B0604020202020204" pitchFamily="34" charset="0"/>
              </a:rPr>
              <a:t>What could be a possible strategy they should follow?</a:t>
            </a:r>
          </a:p>
          <a:p>
            <a:pPr algn="ctr"/>
            <a:r>
              <a:rPr lang="en-GB" sz="2000" b="1" dirty="0">
                <a:solidFill>
                  <a:srgbClr val="063532"/>
                </a:solidFill>
                <a:latin typeface="Arial" panose="020B0604020202020204" pitchFamily="34" charset="0"/>
                <a:cs typeface="Arial" panose="020B0604020202020204" pitchFamily="34" charset="0"/>
              </a:rPr>
              <a:t>Write in the chat box or raise your hand to share your ideas verbally.</a:t>
            </a:r>
          </a:p>
        </p:txBody>
      </p:sp>
      <p:pic>
        <p:nvPicPr>
          <p:cNvPr id="7" name="Picture 6" descr="Dressed mannequin on display">
            <a:extLst>
              <a:ext uri="{FF2B5EF4-FFF2-40B4-BE49-F238E27FC236}">
                <a16:creationId xmlns:a16="http://schemas.microsoft.com/office/drawing/2014/main" id="{2824C365-015E-2923-0310-CCB9ABD647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46479" y="1504684"/>
            <a:ext cx="5287224" cy="3648547"/>
          </a:xfrm>
          <a:prstGeom prst="rect">
            <a:avLst/>
          </a:prstGeom>
          <a:effectLst>
            <a:softEdge rad="63500"/>
          </a:effectLst>
        </p:spPr>
      </p:pic>
    </p:spTree>
    <p:extLst>
      <p:ext uri="{BB962C8B-B14F-4D97-AF65-F5344CB8AC3E}">
        <p14:creationId xmlns:p14="http://schemas.microsoft.com/office/powerpoint/2010/main" val="33926505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4FF8B-0072-2E38-6CF6-AA935CBA5130}"/>
              </a:ext>
            </a:extLst>
          </p:cNvPr>
          <p:cNvSpPr>
            <a:spLocks noGrp="1"/>
          </p:cNvSpPr>
          <p:nvPr>
            <p:ph type="title"/>
          </p:nvPr>
        </p:nvSpPr>
        <p:spPr/>
        <p:txBody>
          <a:bodyPr/>
          <a:lstStyle/>
          <a:p>
            <a:r>
              <a:rPr lang="en-GB" dirty="0"/>
              <a:t>Case Study 2 - Strategy</a:t>
            </a:r>
          </a:p>
        </p:txBody>
      </p:sp>
      <p:graphicFrame>
        <p:nvGraphicFramePr>
          <p:cNvPr id="4" name="Content Placeholder 3">
            <a:extLst>
              <a:ext uri="{FF2B5EF4-FFF2-40B4-BE49-F238E27FC236}">
                <a16:creationId xmlns:a16="http://schemas.microsoft.com/office/drawing/2014/main" id="{DFA2CA4D-FDDD-1425-4DD0-90A52F8454C3}"/>
              </a:ext>
            </a:extLst>
          </p:cNvPr>
          <p:cNvGraphicFramePr>
            <a:graphicFrameLocks noGrp="1"/>
          </p:cNvGraphicFramePr>
          <p:nvPr>
            <p:ph idx="1"/>
            <p:extLst>
              <p:ext uri="{D42A27DB-BD31-4B8C-83A1-F6EECF244321}">
                <p14:modId xmlns:p14="http://schemas.microsoft.com/office/powerpoint/2010/main" val="3528291073"/>
              </p:ext>
            </p:extLst>
          </p:nvPr>
        </p:nvGraphicFramePr>
        <p:xfrm>
          <a:off x="479425" y="1249363"/>
          <a:ext cx="10874375" cy="51435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D07D92CC-8B3B-202D-5C50-CA2B80ACA44E}"/>
              </a:ext>
            </a:extLst>
          </p:cNvPr>
          <p:cNvSpPr txBox="1"/>
          <p:nvPr/>
        </p:nvSpPr>
        <p:spPr>
          <a:xfrm>
            <a:off x="950613" y="1249363"/>
            <a:ext cx="1476558" cy="523220"/>
          </a:xfrm>
          <a:prstGeom prst="rect">
            <a:avLst/>
          </a:prstGeom>
          <a:noFill/>
        </p:spPr>
        <p:txBody>
          <a:bodyPr wrap="none" rtlCol="0">
            <a:spAutoFit/>
          </a:bodyPr>
          <a:lstStyle/>
          <a:p>
            <a:r>
              <a:rPr lang="en-GB" sz="2800" dirty="0">
                <a:solidFill>
                  <a:srgbClr val="063532"/>
                </a:solidFill>
              </a:rPr>
              <a:t>Strategy:</a:t>
            </a:r>
          </a:p>
        </p:txBody>
      </p:sp>
    </p:spTree>
    <p:extLst>
      <p:ext uri="{BB962C8B-B14F-4D97-AF65-F5344CB8AC3E}">
        <p14:creationId xmlns:p14="http://schemas.microsoft.com/office/powerpoint/2010/main" val="567766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64691-C005-1E0A-BB0B-2F257103BE66}"/>
              </a:ext>
            </a:extLst>
          </p:cNvPr>
          <p:cNvSpPr>
            <a:spLocks noGrp="1"/>
          </p:cNvSpPr>
          <p:nvPr>
            <p:ph type="title"/>
          </p:nvPr>
        </p:nvSpPr>
        <p:spPr/>
        <p:txBody>
          <a:bodyPr/>
          <a:lstStyle/>
          <a:p>
            <a:r>
              <a:rPr lang="en-GB" dirty="0"/>
              <a:t>Case Study 2 – </a:t>
            </a:r>
            <a:r>
              <a:rPr lang="en-GB" i="1" dirty="0"/>
              <a:t>Successful UX Strategy</a:t>
            </a:r>
          </a:p>
        </p:txBody>
      </p:sp>
      <p:sp>
        <p:nvSpPr>
          <p:cNvPr id="5" name="Content Placeholder 4">
            <a:extLst>
              <a:ext uri="{FF2B5EF4-FFF2-40B4-BE49-F238E27FC236}">
                <a16:creationId xmlns:a16="http://schemas.microsoft.com/office/drawing/2014/main" id="{DF4C8148-9AF7-2B5A-350B-4C3C0482CA90}"/>
              </a:ext>
            </a:extLst>
          </p:cNvPr>
          <p:cNvSpPr>
            <a:spLocks noGrp="1"/>
          </p:cNvSpPr>
          <p:nvPr>
            <p:ph idx="1"/>
          </p:nvPr>
        </p:nvSpPr>
        <p:spPr>
          <a:xfrm>
            <a:off x="478800" y="1249200"/>
            <a:ext cx="11236384" cy="5144400"/>
          </a:xfrm>
        </p:spPr>
        <p:txBody>
          <a:bodyPr>
            <a:normAutofit fontScale="92500"/>
          </a:bodyPr>
          <a:lstStyle/>
          <a:p>
            <a:pPr marL="0" indent="0">
              <a:buNone/>
            </a:pPr>
            <a:r>
              <a:rPr lang="en-GB" b="1" dirty="0"/>
              <a:t>Results:</a:t>
            </a:r>
          </a:p>
          <a:p>
            <a:pPr marL="571500" lvl="1" indent="-342900">
              <a:lnSpc>
                <a:spcPct val="90000"/>
              </a:lnSpc>
            </a:pPr>
            <a:r>
              <a:rPr lang="en-US" b="1" dirty="0"/>
              <a:t>Increased Engagement</a:t>
            </a:r>
            <a:r>
              <a:rPr lang="en-US" dirty="0"/>
              <a:t>: The improved user interface led to a significant increase in user engagement. </a:t>
            </a:r>
            <a:endParaRPr lang="en-US" dirty="0">
              <a:cs typeface="Calibri"/>
            </a:endParaRPr>
          </a:p>
          <a:p>
            <a:pPr marL="571500" lvl="1" indent="-342900">
              <a:lnSpc>
                <a:spcPct val="90000"/>
              </a:lnSpc>
            </a:pPr>
            <a:r>
              <a:rPr lang="en-US" b="1" dirty="0"/>
              <a:t>Sales Boost</a:t>
            </a:r>
            <a:r>
              <a:rPr lang="en-US" dirty="0"/>
              <a:t>: The streamlined checkout process resulted in a 20% increase in online sales. </a:t>
            </a:r>
            <a:endParaRPr lang="en-US" dirty="0">
              <a:cs typeface="Calibri"/>
            </a:endParaRPr>
          </a:p>
          <a:p>
            <a:pPr marL="571500" lvl="1" indent="-342900">
              <a:lnSpc>
                <a:spcPct val="90000"/>
              </a:lnSpc>
            </a:pPr>
            <a:r>
              <a:rPr lang="en-US" b="1" dirty="0"/>
              <a:t>Customer Satisfaction</a:t>
            </a:r>
            <a:r>
              <a:rPr lang="en-US" dirty="0"/>
              <a:t>: Positive user feedback and higher app ratings in app stores.</a:t>
            </a:r>
          </a:p>
          <a:p>
            <a:pPr marL="571500" lvl="1" indent="-342900">
              <a:lnSpc>
                <a:spcPct val="90000"/>
              </a:lnSpc>
            </a:pPr>
            <a:endParaRPr lang="en-US" dirty="0">
              <a:cs typeface="Calibri"/>
            </a:endParaRPr>
          </a:p>
          <a:p>
            <a:pPr marL="0">
              <a:lnSpc>
                <a:spcPct val="110000"/>
              </a:lnSpc>
              <a:buNone/>
            </a:pPr>
            <a:r>
              <a:rPr lang="en-US" b="1" dirty="0">
                <a:cs typeface="Calibri"/>
              </a:rPr>
              <a:t>Key Takeaways and Lessons Learned:</a:t>
            </a:r>
          </a:p>
          <a:p>
            <a:pPr marL="571500" lvl="1" indent="-342900">
              <a:lnSpc>
                <a:spcPct val="110000"/>
              </a:lnSpc>
            </a:pPr>
            <a:r>
              <a:rPr lang="en-US" sz="2400" dirty="0"/>
              <a:t>Simplifying user interactions can dramatically improve user satisfaction and business outcomes. </a:t>
            </a:r>
          </a:p>
          <a:p>
            <a:pPr marL="571500" lvl="1" indent="-342900">
              <a:lnSpc>
                <a:spcPct val="110000"/>
              </a:lnSpc>
            </a:pPr>
            <a:r>
              <a:rPr lang="en-US" sz="2400" dirty="0"/>
              <a:t>Regular usability testing is crucial to ensure that design changes are effectively addressing user needs. </a:t>
            </a:r>
          </a:p>
          <a:p>
            <a:pPr marL="571500" lvl="1" indent="-342900">
              <a:lnSpc>
                <a:spcPct val="110000"/>
              </a:lnSpc>
            </a:pPr>
            <a:r>
              <a:rPr lang="en-US" sz="2400" dirty="0"/>
              <a:t>Understanding the user journey helps in identifying and resolving pain points that affect user experience.</a:t>
            </a:r>
            <a:endParaRPr lang="en-US" sz="2400" dirty="0">
              <a:cs typeface="Calibri" panose="020F0502020204030204"/>
            </a:endParaRPr>
          </a:p>
          <a:p>
            <a:pPr marL="571500" lvl="1" indent="-342900">
              <a:lnSpc>
                <a:spcPct val="90000"/>
              </a:lnSpc>
            </a:pPr>
            <a:endParaRPr lang="en-US" b="1" dirty="0">
              <a:cs typeface="Calibri"/>
            </a:endParaRPr>
          </a:p>
        </p:txBody>
      </p:sp>
    </p:spTree>
    <p:extLst>
      <p:ext uri="{BB962C8B-B14F-4D97-AF65-F5344CB8AC3E}">
        <p14:creationId xmlns:p14="http://schemas.microsoft.com/office/powerpoint/2010/main" val="26219217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23DF4-F8A6-9E90-2937-9F44154E085B}"/>
              </a:ext>
            </a:extLst>
          </p:cNvPr>
          <p:cNvSpPr>
            <a:spLocks noGrp="1"/>
          </p:cNvSpPr>
          <p:nvPr>
            <p:ph type="title"/>
          </p:nvPr>
        </p:nvSpPr>
        <p:spPr>
          <a:xfrm>
            <a:off x="547199" y="2082800"/>
            <a:ext cx="9718029" cy="2351314"/>
          </a:xfrm>
        </p:spPr>
        <p:txBody>
          <a:bodyPr/>
          <a:lstStyle/>
          <a:p>
            <a:r>
              <a:rPr lang="en-GB" dirty="0">
                <a:cs typeface="Calibri Light"/>
              </a:rPr>
              <a:t>Group Activity (45 mins)</a:t>
            </a:r>
            <a:endParaRPr lang="en-GB" dirty="0"/>
          </a:p>
        </p:txBody>
      </p:sp>
    </p:spTree>
    <p:extLst>
      <p:ext uri="{BB962C8B-B14F-4D97-AF65-F5344CB8AC3E}">
        <p14:creationId xmlns:p14="http://schemas.microsoft.com/office/powerpoint/2010/main" val="32050818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64691-C005-1E0A-BB0B-2F257103BE66}"/>
              </a:ext>
            </a:extLst>
          </p:cNvPr>
          <p:cNvSpPr>
            <a:spLocks noGrp="1"/>
          </p:cNvSpPr>
          <p:nvPr>
            <p:ph type="title"/>
          </p:nvPr>
        </p:nvSpPr>
        <p:spPr/>
        <p:txBody>
          <a:bodyPr>
            <a:normAutofit/>
          </a:bodyPr>
          <a:lstStyle/>
          <a:p>
            <a:r>
              <a:rPr lang="en-GB" dirty="0"/>
              <a:t>Group Activity – </a:t>
            </a:r>
            <a:r>
              <a:rPr lang="en-GB" i="1" dirty="0"/>
              <a:t>Shoe Factory Owner</a:t>
            </a:r>
          </a:p>
        </p:txBody>
      </p:sp>
      <p:sp>
        <p:nvSpPr>
          <p:cNvPr id="5" name="Content Placeholder 4">
            <a:extLst>
              <a:ext uri="{FF2B5EF4-FFF2-40B4-BE49-F238E27FC236}">
                <a16:creationId xmlns:a16="http://schemas.microsoft.com/office/drawing/2014/main" id="{DF4C8148-9AF7-2B5A-350B-4C3C0482CA90}"/>
              </a:ext>
            </a:extLst>
          </p:cNvPr>
          <p:cNvSpPr>
            <a:spLocks noGrp="1"/>
          </p:cNvSpPr>
          <p:nvPr>
            <p:ph idx="1"/>
          </p:nvPr>
        </p:nvSpPr>
        <p:spPr>
          <a:xfrm>
            <a:off x="478800" y="1249200"/>
            <a:ext cx="11245438" cy="5144400"/>
          </a:xfrm>
        </p:spPr>
        <p:txBody>
          <a:bodyPr>
            <a:normAutofit/>
          </a:bodyPr>
          <a:lstStyle/>
          <a:p>
            <a:r>
              <a:rPr lang="en-GB" b="1" dirty="0"/>
              <a:t>Scenario Overview:</a:t>
            </a:r>
          </a:p>
          <a:p>
            <a:pPr lvl="1"/>
            <a:r>
              <a:rPr lang="en-GB" b="1" dirty="0"/>
              <a:t>Owner: </a:t>
            </a:r>
            <a:r>
              <a:rPr lang="en-GB" dirty="0"/>
              <a:t>You are the owner of a small shoe factory specializing in creating comfortable, durable, and stylish shoes for children aged 0 to 7. Your goal is to design a user-friendly website to showcase your products, attract customers, and facilitate easy purchasing.</a:t>
            </a:r>
          </a:p>
          <a:p>
            <a:pPr lvl="1"/>
            <a:endParaRPr lang="en-GB" dirty="0"/>
          </a:p>
          <a:p>
            <a:pPr lvl="1"/>
            <a:r>
              <a:rPr lang="en-GB" b="1" dirty="0"/>
              <a:t>Task: </a:t>
            </a:r>
            <a:r>
              <a:rPr lang="en-GB" dirty="0"/>
              <a:t>Using the 4D Model (Discovery, Definition, Design, Development), create a comprehensive plan for developing the website on the Padlet board.</a:t>
            </a:r>
          </a:p>
        </p:txBody>
      </p:sp>
    </p:spTree>
    <p:extLst>
      <p:ext uri="{BB962C8B-B14F-4D97-AF65-F5344CB8AC3E}">
        <p14:creationId xmlns:p14="http://schemas.microsoft.com/office/powerpoint/2010/main" val="30782650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56C3D-0418-59E3-FAC8-47371ED7BDDC}"/>
              </a:ext>
            </a:extLst>
          </p:cNvPr>
          <p:cNvSpPr>
            <a:spLocks noGrp="1"/>
          </p:cNvSpPr>
          <p:nvPr>
            <p:ph type="title"/>
          </p:nvPr>
        </p:nvSpPr>
        <p:spPr/>
        <p:txBody>
          <a:bodyPr/>
          <a:lstStyle/>
          <a:p>
            <a:r>
              <a:rPr lang="en-US">
                <a:cs typeface="Calibri Light"/>
              </a:rPr>
              <a:t>Client Scenario – 30 minutes</a:t>
            </a:r>
            <a:endParaRPr lang="en-US"/>
          </a:p>
        </p:txBody>
      </p:sp>
      <p:sp>
        <p:nvSpPr>
          <p:cNvPr id="7" name="Content Placeholder 6">
            <a:extLst>
              <a:ext uri="{FF2B5EF4-FFF2-40B4-BE49-F238E27FC236}">
                <a16:creationId xmlns:a16="http://schemas.microsoft.com/office/drawing/2014/main" id="{3D4497D9-462B-9D62-EDC2-66BE1BFDF613}"/>
              </a:ext>
            </a:extLst>
          </p:cNvPr>
          <p:cNvSpPr>
            <a:spLocks noGrp="1"/>
          </p:cNvSpPr>
          <p:nvPr>
            <p:ph idx="1"/>
          </p:nvPr>
        </p:nvSpPr>
        <p:spPr>
          <a:xfrm>
            <a:off x="846184" y="1988010"/>
            <a:ext cx="4289533" cy="4351338"/>
          </a:xfrm>
        </p:spPr>
        <p:txBody>
          <a:bodyPr vert="horz" lIns="91440" tIns="45720" rIns="91440" bIns="45720" rtlCol="0" anchor="t">
            <a:normAutofit fontScale="85000" lnSpcReduction="10000"/>
          </a:bodyPr>
          <a:lstStyle/>
          <a:p>
            <a:r>
              <a:rPr lang="en-US" sz="2800" dirty="0">
                <a:cs typeface="Calibri"/>
              </a:rPr>
              <a:t>Follow the link to the Padlet in the chat box</a:t>
            </a:r>
          </a:p>
          <a:p>
            <a:r>
              <a:rPr lang="en-US" sz="2800" dirty="0">
                <a:cs typeface="Calibri"/>
              </a:rPr>
              <a:t>Go into your breakout session</a:t>
            </a:r>
          </a:p>
          <a:p>
            <a:r>
              <a:rPr lang="en-US" sz="2800" dirty="0">
                <a:cs typeface="Calibri"/>
              </a:rPr>
              <a:t>Discuss your ideas as group</a:t>
            </a:r>
          </a:p>
          <a:p>
            <a:r>
              <a:rPr lang="en-US" sz="2800" dirty="0">
                <a:cs typeface="Calibri"/>
              </a:rPr>
              <a:t>Add your ideas to the board following the 4D model</a:t>
            </a:r>
          </a:p>
          <a:p>
            <a:pPr marL="0" indent="0">
              <a:buNone/>
            </a:pPr>
            <a:endParaRPr lang="en-US" sz="2800" dirty="0">
              <a:cs typeface="Calibri"/>
            </a:endParaRPr>
          </a:p>
        </p:txBody>
      </p:sp>
      <p:pic>
        <p:nvPicPr>
          <p:cNvPr id="6" name="Picture 5" descr="A screenshot of a group&#10;&#10;Description automatically generated">
            <a:extLst>
              <a:ext uri="{FF2B5EF4-FFF2-40B4-BE49-F238E27FC236}">
                <a16:creationId xmlns:a16="http://schemas.microsoft.com/office/drawing/2014/main" id="{B9113620-2DAB-AA04-543A-1CB352E16CAA}"/>
              </a:ext>
            </a:extLst>
          </p:cNvPr>
          <p:cNvPicPr>
            <a:picLocks noChangeAspect="1"/>
          </p:cNvPicPr>
          <p:nvPr/>
        </p:nvPicPr>
        <p:blipFill>
          <a:blip r:embed="rId3"/>
          <a:stretch>
            <a:fillRect/>
          </a:stretch>
        </p:blipFill>
        <p:spPr>
          <a:xfrm>
            <a:off x="5337896" y="1988127"/>
            <a:ext cx="6018935" cy="4364182"/>
          </a:xfrm>
          <a:prstGeom prst="rect">
            <a:avLst/>
          </a:prstGeom>
        </p:spPr>
      </p:pic>
    </p:spTree>
    <p:extLst>
      <p:ext uri="{BB962C8B-B14F-4D97-AF65-F5344CB8AC3E}">
        <p14:creationId xmlns:p14="http://schemas.microsoft.com/office/powerpoint/2010/main" val="438259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56C3D-0418-59E3-FAC8-47371ED7BDDC}"/>
              </a:ext>
            </a:extLst>
          </p:cNvPr>
          <p:cNvSpPr>
            <a:spLocks noGrp="1"/>
          </p:cNvSpPr>
          <p:nvPr>
            <p:ph type="title"/>
          </p:nvPr>
        </p:nvSpPr>
        <p:spPr/>
        <p:txBody>
          <a:bodyPr>
            <a:normAutofit fontScale="90000"/>
          </a:bodyPr>
          <a:lstStyle/>
          <a:p>
            <a:r>
              <a:rPr lang="en-US" dirty="0">
                <a:cs typeface="Calibri Light"/>
              </a:rPr>
              <a:t>Client Scenario – Shoe Factory Owner (Takeaways)</a:t>
            </a:r>
            <a:endParaRPr lang="en-US" dirty="0"/>
          </a:p>
        </p:txBody>
      </p:sp>
      <p:sp>
        <p:nvSpPr>
          <p:cNvPr id="3" name="Rectangle 20">
            <a:extLst>
              <a:ext uri="{FF2B5EF4-FFF2-40B4-BE49-F238E27FC236}">
                <a16:creationId xmlns:a16="http://schemas.microsoft.com/office/drawing/2014/main" id="{05020E28-E88F-456B-1CA5-162F23679460}"/>
              </a:ext>
            </a:extLst>
          </p:cNvPr>
          <p:cNvSpPr>
            <a:spLocks noChangeArrowheads="1"/>
          </p:cNvSpPr>
          <p:nvPr/>
        </p:nvSpPr>
        <p:spPr bwMode="auto">
          <a:xfrm>
            <a:off x="8327416" y="3449671"/>
            <a:ext cx="2155326" cy="723900"/>
          </a:xfrm>
          <a:prstGeom prst="rect">
            <a:avLst/>
          </a:prstGeom>
          <a:solidFill>
            <a:schemeClr val="accent2">
              <a:lumMod val="40000"/>
              <a:lumOff val="60000"/>
            </a:schemeClr>
          </a:solidFill>
          <a:ln w="9525">
            <a:noFill/>
            <a:miter lim="800000"/>
            <a:headEnd/>
            <a:tailEnd/>
          </a:ln>
        </p:spPr>
        <p:txBody>
          <a:bodyPr wrap="none" anchor="ctr"/>
          <a:lstStyle/>
          <a:p>
            <a:r>
              <a:rPr lang="en-US" sz="2400" dirty="0">
                <a:latin typeface="Arial" panose="020B0604020202020204" pitchFamily="34" charset="0"/>
                <a:cs typeface="Arial" panose="020B0604020202020204" pitchFamily="34" charset="0"/>
              </a:rPr>
              <a:t>site map</a:t>
            </a:r>
          </a:p>
        </p:txBody>
      </p:sp>
      <p:sp>
        <p:nvSpPr>
          <p:cNvPr id="4" name="Rectangle 20">
            <a:extLst>
              <a:ext uri="{FF2B5EF4-FFF2-40B4-BE49-F238E27FC236}">
                <a16:creationId xmlns:a16="http://schemas.microsoft.com/office/drawing/2014/main" id="{67B1B546-D6C6-E2A0-7EE2-CEC2C090AF88}"/>
              </a:ext>
            </a:extLst>
          </p:cNvPr>
          <p:cNvSpPr>
            <a:spLocks noChangeArrowheads="1"/>
          </p:cNvSpPr>
          <p:nvPr/>
        </p:nvSpPr>
        <p:spPr bwMode="auto">
          <a:xfrm>
            <a:off x="1115593" y="4364582"/>
            <a:ext cx="3781685" cy="722313"/>
          </a:xfrm>
          <a:prstGeom prst="rect">
            <a:avLst/>
          </a:prstGeom>
          <a:solidFill>
            <a:schemeClr val="accent2">
              <a:lumMod val="40000"/>
              <a:lumOff val="60000"/>
            </a:schemeClr>
          </a:solidFill>
          <a:ln w="9525">
            <a:noFill/>
            <a:miter lim="800000"/>
            <a:headEnd/>
            <a:tailEnd/>
          </a:ln>
        </p:spPr>
        <p:txBody>
          <a:bodyPr wrap="none" lIns="91440" tIns="45720" rIns="91440" bIns="45720" anchor="ctr"/>
          <a:lstStyle/>
          <a:p>
            <a:r>
              <a:rPr lang="en-US" sz="2400" dirty="0">
                <a:latin typeface="Arial" panose="020B0604020202020204" pitchFamily="34" charset="0"/>
                <a:cs typeface="Arial" panose="020B0604020202020204" pitchFamily="34" charset="0"/>
              </a:rPr>
              <a:t>features/functionality </a:t>
            </a:r>
            <a:endParaRPr lang="en-US"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inventory</a:t>
            </a:r>
          </a:p>
        </p:txBody>
      </p:sp>
      <p:sp>
        <p:nvSpPr>
          <p:cNvPr id="5" name="Rectangle 20">
            <a:extLst>
              <a:ext uri="{FF2B5EF4-FFF2-40B4-BE49-F238E27FC236}">
                <a16:creationId xmlns:a16="http://schemas.microsoft.com/office/drawing/2014/main" id="{9AA7B7E5-2B34-280C-DDC3-421E342E444C}"/>
              </a:ext>
            </a:extLst>
          </p:cNvPr>
          <p:cNvSpPr>
            <a:spLocks noChangeArrowheads="1"/>
          </p:cNvSpPr>
          <p:nvPr/>
        </p:nvSpPr>
        <p:spPr bwMode="auto">
          <a:xfrm>
            <a:off x="1115593" y="3472407"/>
            <a:ext cx="3781685" cy="722313"/>
          </a:xfrm>
          <a:prstGeom prst="rect">
            <a:avLst/>
          </a:prstGeom>
          <a:solidFill>
            <a:schemeClr val="accent2">
              <a:lumMod val="40000"/>
              <a:lumOff val="60000"/>
            </a:schemeClr>
          </a:solidFill>
          <a:ln w="9525">
            <a:noFill/>
            <a:miter lim="800000"/>
            <a:headEnd/>
            <a:tailEnd/>
          </a:ln>
        </p:spPr>
        <p:txBody>
          <a:bodyPr wrap="none" lIns="91440" tIns="45720" rIns="91440" bIns="45720" anchor="ctr"/>
          <a:lstStyle/>
          <a:p>
            <a:r>
              <a:rPr lang="en-US" sz="2400" dirty="0">
                <a:latin typeface="Arial" panose="020B0604020202020204" pitchFamily="34" charset="0"/>
                <a:cs typeface="Arial" panose="020B0604020202020204" pitchFamily="34" charset="0"/>
              </a:rPr>
              <a:t>comparative/competitive </a:t>
            </a:r>
            <a:endParaRPr lang="en-US"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review</a:t>
            </a:r>
          </a:p>
        </p:txBody>
      </p:sp>
      <p:sp>
        <p:nvSpPr>
          <p:cNvPr id="8" name="Rectangle 20">
            <a:extLst>
              <a:ext uri="{FF2B5EF4-FFF2-40B4-BE49-F238E27FC236}">
                <a16:creationId xmlns:a16="http://schemas.microsoft.com/office/drawing/2014/main" id="{3B03F0FD-6BFA-9263-5496-3522C7D2E24D}"/>
              </a:ext>
            </a:extLst>
          </p:cNvPr>
          <p:cNvSpPr>
            <a:spLocks noChangeArrowheads="1"/>
          </p:cNvSpPr>
          <p:nvPr/>
        </p:nvSpPr>
        <p:spPr bwMode="auto">
          <a:xfrm>
            <a:off x="1115593" y="2524669"/>
            <a:ext cx="3781685" cy="722312"/>
          </a:xfrm>
          <a:prstGeom prst="rect">
            <a:avLst/>
          </a:prstGeom>
          <a:solidFill>
            <a:schemeClr val="accent2">
              <a:lumMod val="40000"/>
              <a:lumOff val="60000"/>
            </a:schemeClr>
          </a:solidFill>
          <a:ln w="9525">
            <a:noFill/>
            <a:miter lim="800000"/>
            <a:headEnd/>
            <a:tailEnd/>
          </a:ln>
        </p:spPr>
        <p:txBody>
          <a:bodyPr wrap="none" lIns="91440" tIns="45720" rIns="91440" bIns="45720" anchor="ctr"/>
          <a:lstStyle/>
          <a:p>
            <a:r>
              <a:rPr lang="en-US" sz="2400" dirty="0">
                <a:latin typeface="Arial" panose="020B0604020202020204" pitchFamily="34" charset="0"/>
                <a:cs typeface="Arial" panose="020B0604020202020204" pitchFamily="34" charset="0"/>
              </a:rPr>
              <a:t>requirements document</a:t>
            </a:r>
            <a:endParaRPr lang="en-US" dirty="0">
              <a:latin typeface="Arial" panose="020B0604020202020204" pitchFamily="34" charset="0"/>
              <a:cs typeface="Arial" panose="020B0604020202020204" pitchFamily="34" charset="0"/>
            </a:endParaRPr>
          </a:p>
        </p:txBody>
      </p:sp>
      <p:sp>
        <p:nvSpPr>
          <p:cNvPr id="9" name="Rectangle 20">
            <a:extLst>
              <a:ext uri="{FF2B5EF4-FFF2-40B4-BE49-F238E27FC236}">
                <a16:creationId xmlns:a16="http://schemas.microsoft.com/office/drawing/2014/main" id="{F8B3ED1D-5E49-0551-FAF1-FEC1D9D91B57}"/>
              </a:ext>
            </a:extLst>
          </p:cNvPr>
          <p:cNvSpPr>
            <a:spLocks noChangeArrowheads="1"/>
          </p:cNvSpPr>
          <p:nvPr/>
        </p:nvSpPr>
        <p:spPr bwMode="auto">
          <a:xfrm>
            <a:off x="5623904" y="3441201"/>
            <a:ext cx="2155327" cy="722312"/>
          </a:xfrm>
          <a:prstGeom prst="rect">
            <a:avLst/>
          </a:prstGeom>
          <a:solidFill>
            <a:schemeClr val="accent2">
              <a:lumMod val="40000"/>
              <a:lumOff val="60000"/>
            </a:schemeClr>
          </a:solidFill>
          <a:ln w="9525">
            <a:noFill/>
            <a:miter lim="800000"/>
            <a:headEnd/>
            <a:tailEnd/>
          </a:ln>
        </p:spPr>
        <p:txBody>
          <a:bodyPr wrap="none" anchor="ctr"/>
          <a:lstStyle/>
          <a:p>
            <a:r>
              <a:rPr lang="en-US" sz="2400" dirty="0">
                <a:latin typeface="Arial" panose="020B0604020202020204" pitchFamily="34" charset="0"/>
                <a:cs typeface="Arial" panose="020B0604020202020204" pitchFamily="34" charset="0"/>
              </a:rPr>
              <a:t>personas</a:t>
            </a:r>
          </a:p>
        </p:txBody>
      </p:sp>
      <p:sp>
        <p:nvSpPr>
          <p:cNvPr id="10" name="Rectangle 20">
            <a:extLst>
              <a:ext uri="{FF2B5EF4-FFF2-40B4-BE49-F238E27FC236}">
                <a16:creationId xmlns:a16="http://schemas.microsoft.com/office/drawing/2014/main" id="{ABCC5CA2-AF31-3C4A-FD63-F13FBF661CBD}"/>
              </a:ext>
            </a:extLst>
          </p:cNvPr>
          <p:cNvSpPr>
            <a:spLocks noChangeArrowheads="1"/>
          </p:cNvSpPr>
          <p:nvPr/>
        </p:nvSpPr>
        <p:spPr bwMode="auto">
          <a:xfrm>
            <a:off x="5623904" y="2526801"/>
            <a:ext cx="2155327" cy="722312"/>
          </a:xfrm>
          <a:prstGeom prst="rect">
            <a:avLst/>
          </a:prstGeom>
          <a:solidFill>
            <a:schemeClr val="accent2">
              <a:lumMod val="40000"/>
              <a:lumOff val="60000"/>
            </a:schemeClr>
          </a:solidFill>
          <a:ln w="9525">
            <a:noFill/>
            <a:miter lim="800000"/>
            <a:headEnd/>
            <a:tailEnd/>
          </a:ln>
        </p:spPr>
        <p:txBody>
          <a:bodyPr wrap="none" anchor="ctr"/>
          <a:lstStyle/>
          <a:p>
            <a:pPr marL="342900" indent="-342900" eaLnBrk="0" hangingPunct="0">
              <a:lnSpc>
                <a:spcPct val="150000"/>
              </a:lnSpc>
              <a:spcBef>
                <a:spcPct val="20000"/>
              </a:spcBef>
              <a:buFont typeface="Arial" pitchFamily="34" charset="0"/>
              <a:buNone/>
            </a:pPr>
            <a:r>
              <a:rPr lang="en-US" sz="2400" dirty="0">
                <a:latin typeface="Arial" panose="020B0604020202020204" pitchFamily="34" charset="0"/>
                <a:cs typeface="Arial" panose="020B0604020202020204" pitchFamily="34" charset="0"/>
              </a:rPr>
              <a:t>sketches</a:t>
            </a:r>
          </a:p>
        </p:txBody>
      </p:sp>
      <p:sp>
        <p:nvSpPr>
          <p:cNvPr id="11" name="Rectangle 20">
            <a:extLst>
              <a:ext uri="{FF2B5EF4-FFF2-40B4-BE49-F238E27FC236}">
                <a16:creationId xmlns:a16="http://schemas.microsoft.com/office/drawing/2014/main" id="{DB141EE8-C4EC-8A35-3115-F6BB223B2699}"/>
              </a:ext>
            </a:extLst>
          </p:cNvPr>
          <p:cNvSpPr>
            <a:spLocks noChangeArrowheads="1"/>
          </p:cNvSpPr>
          <p:nvPr/>
        </p:nvSpPr>
        <p:spPr bwMode="auto">
          <a:xfrm>
            <a:off x="5623904" y="5270001"/>
            <a:ext cx="2155327" cy="722312"/>
          </a:xfrm>
          <a:prstGeom prst="rect">
            <a:avLst/>
          </a:prstGeom>
          <a:solidFill>
            <a:schemeClr val="accent2">
              <a:lumMod val="40000"/>
              <a:lumOff val="60000"/>
            </a:schemeClr>
          </a:solidFill>
          <a:ln w="9525">
            <a:noFill/>
            <a:miter lim="800000"/>
            <a:headEnd/>
            <a:tailEnd/>
          </a:ln>
        </p:spPr>
        <p:txBody>
          <a:bodyPr wrap="none" anchor="ctr"/>
          <a:lstStyle/>
          <a:p>
            <a:r>
              <a:rPr lang="en-US" sz="2400" dirty="0">
                <a:latin typeface="Arial" panose="020B0604020202020204" pitchFamily="34" charset="0"/>
                <a:cs typeface="Arial" panose="020B0604020202020204" pitchFamily="34" charset="0"/>
              </a:rPr>
              <a:t>use cases</a:t>
            </a:r>
          </a:p>
        </p:txBody>
      </p:sp>
      <p:sp>
        <p:nvSpPr>
          <p:cNvPr id="12" name="Rectangle 20">
            <a:extLst>
              <a:ext uri="{FF2B5EF4-FFF2-40B4-BE49-F238E27FC236}">
                <a16:creationId xmlns:a16="http://schemas.microsoft.com/office/drawing/2014/main" id="{7C84CB73-A7E8-5B80-DAB6-DFBFF4CF4F6E}"/>
              </a:ext>
            </a:extLst>
          </p:cNvPr>
          <p:cNvSpPr>
            <a:spLocks noChangeArrowheads="1"/>
          </p:cNvSpPr>
          <p:nvPr/>
        </p:nvSpPr>
        <p:spPr bwMode="auto">
          <a:xfrm>
            <a:off x="5623904" y="4369889"/>
            <a:ext cx="2155327" cy="722313"/>
          </a:xfrm>
          <a:prstGeom prst="rect">
            <a:avLst/>
          </a:prstGeom>
          <a:solidFill>
            <a:schemeClr val="accent2">
              <a:lumMod val="40000"/>
              <a:lumOff val="60000"/>
            </a:schemeClr>
          </a:solidFill>
          <a:ln w="9525">
            <a:noFill/>
            <a:miter lim="800000"/>
            <a:headEnd/>
            <a:tailEnd/>
          </a:ln>
        </p:spPr>
        <p:txBody>
          <a:bodyPr wrap="none" anchor="ctr"/>
          <a:lstStyle/>
          <a:p>
            <a:pPr marL="342900" indent="-342900" eaLnBrk="0" hangingPunct="0">
              <a:lnSpc>
                <a:spcPct val="150000"/>
              </a:lnSpc>
              <a:spcBef>
                <a:spcPct val="20000"/>
              </a:spcBef>
              <a:buFont typeface="Arial" pitchFamily="34" charset="0"/>
              <a:buNone/>
            </a:pPr>
            <a:r>
              <a:rPr lang="en-US" sz="2400" dirty="0">
                <a:latin typeface="Arial" panose="020B0604020202020204" pitchFamily="34" charset="0"/>
                <a:cs typeface="Arial" panose="020B0604020202020204" pitchFamily="34" charset="0"/>
              </a:rPr>
              <a:t>user flows</a:t>
            </a:r>
          </a:p>
        </p:txBody>
      </p:sp>
      <p:sp>
        <p:nvSpPr>
          <p:cNvPr id="13" name="Rectangle 20">
            <a:extLst>
              <a:ext uri="{FF2B5EF4-FFF2-40B4-BE49-F238E27FC236}">
                <a16:creationId xmlns:a16="http://schemas.microsoft.com/office/drawing/2014/main" id="{4C68A3E2-03FA-D29B-FE28-861A97284C6B}"/>
              </a:ext>
            </a:extLst>
          </p:cNvPr>
          <p:cNvSpPr>
            <a:spLocks noChangeArrowheads="1"/>
          </p:cNvSpPr>
          <p:nvPr/>
        </p:nvSpPr>
        <p:spPr bwMode="auto">
          <a:xfrm>
            <a:off x="8327416" y="5270534"/>
            <a:ext cx="2155326" cy="722312"/>
          </a:xfrm>
          <a:prstGeom prst="rect">
            <a:avLst/>
          </a:prstGeom>
          <a:solidFill>
            <a:schemeClr val="accent2">
              <a:lumMod val="40000"/>
              <a:lumOff val="60000"/>
            </a:schemeClr>
          </a:solidFill>
          <a:ln w="9525">
            <a:noFill/>
            <a:miter lim="800000"/>
            <a:headEnd/>
            <a:tailEnd/>
          </a:ln>
        </p:spPr>
        <p:txBody>
          <a:bodyPr wrap="none" anchor="ctr"/>
          <a:lstStyle/>
          <a:p>
            <a:r>
              <a:rPr lang="en-US" sz="2400" dirty="0">
                <a:latin typeface="Arial" panose="020B0604020202020204" pitchFamily="34" charset="0"/>
                <a:cs typeface="Arial" panose="020B0604020202020204" pitchFamily="34" charset="0"/>
              </a:rPr>
              <a:t>prototype</a:t>
            </a:r>
          </a:p>
        </p:txBody>
      </p:sp>
      <p:sp>
        <p:nvSpPr>
          <p:cNvPr id="14" name="Rectangle 20">
            <a:extLst>
              <a:ext uri="{FF2B5EF4-FFF2-40B4-BE49-F238E27FC236}">
                <a16:creationId xmlns:a16="http://schemas.microsoft.com/office/drawing/2014/main" id="{CEBDD80A-EB20-AF91-6736-9AACF652354E}"/>
              </a:ext>
            </a:extLst>
          </p:cNvPr>
          <p:cNvSpPr>
            <a:spLocks noChangeArrowheads="1"/>
          </p:cNvSpPr>
          <p:nvPr/>
        </p:nvSpPr>
        <p:spPr bwMode="auto">
          <a:xfrm>
            <a:off x="8327416" y="4364071"/>
            <a:ext cx="2155326" cy="723900"/>
          </a:xfrm>
          <a:prstGeom prst="rect">
            <a:avLst/>
          </a:prstGeom>
          <a:solidFill>
            <a:schemeClr val="accent2">
              <a:lumMod val="40000"/>
              <a:lumOff val="60000"/>
            </a:schemeClr>
          </a:solidFill>
          <a:ln w="9525">
            <a:noFill/>
            <a:miter lim="800000"/>
            <a:headEnd/>
            <a:tailEnd/>
          </a:ln>
        </p:spPr>
        <p:txBody>
          <a:bodyPr wrap="none" anchor="ctr"/>
          <a:lstStyle/>
          <a:p>
            <a:r>
              <a:rPr lang="en-US" sz="2400" dirty="0">
                <a:latin typeface="Arial" panose="020B0604020202020204" pitchFamily="34" charset="0"/>
                <a:cs typeface="Arial" panose="020B0604020202020204" pitchFamily="34" charset="0"/>
              </a:rPr>
              <a:t>wireframes</a:t>
            </a:r>
          </a:p>
        </p:txBody>
      </p:sp>
      <p:sp>
        <p:nvSpPr>
          <p:cNvPr id="15" name="Text Box 14">
            <a:extLst>
              <a:ext uri="{FF2B5EF4-FFF2-40B4-BE49-F238E27FC236}">
                <a16:creationId xmlns:a16="http://schemas.microsoft.com/office/drawing/2014/main" id="{2C27C822-7570-21AD-7DDE-EFE08E288962}"/>
              </a:ext>
            </a:extLst>
          </p:cNvPr>
          <p:cNvSpPr txBox="1">
            <a:spLocks noChangeArrowheads="1"/>
          </p:cNvSpPr>
          <p:nvPr/>
        </p:nvSpPr>
        <p:spPr bwMode="auto">
          <a:xfrm>
            <a:off x="2221060" y="1681706"/>
            <a:ext cx="1981200" cy="579438"/>
          </a:xfrm>
          <a:prstGeom prst="rect">
            <a:avLst/>
          </a:prstGeom>
          <a:noFill/>
          <a:ln w="9525">
            <a:noFill/>
            <a:miter lim="800000"/>
            <a:headEnd/>
            <a:tailEnd/>
          </a:ln>
        </p:spPr>
        <p:txBody>
          <a:bodyPr wrap="square" lIns="91440" tIns="45720" rIns="91440" bIns="45720" anchor="t">
            <a:spAutoFit/>
          </a:bodyPr>
          <a:lstStyle/>
          <a:p>
            <a:pPr eaLnBrk="0" hangingPunct="0">
              <a:spcBef>
                <a:spcPct val="50000"/>
              </a:spcBef>
            </a:pPr>
            <a:r>
              <a:rPr lang="en-US" sz="3200" dirty="0">
                <a:solidFill>
                  <a:srgbClr val="000000"/>
                </a:solidFill>
                <a:latin typeface="Arial" panose="020B0604020202020204" pitchFamily="34" charset="0"/>
                <a:cs typeface="Arial" panose="020B0604020202020204" pitchFamily="34" charset="0"/>
              </a:rPr>
              <a:t>discovery</a:t>
            </a:r>
          </a:p>
        </p:txBody>
      </p:sp>
      <p:sp>
        <p:nvSpPr>
          <p:cNvPr id="16" name="Text Box 14">
            <a:extLst>
              <a:ext uri="{FF2B5EF4-FFF2-40B4-BE49-F238E27FC236}">
                <a16:creationId xmlns:a16="http://schemas.microsoft.com/office/drawing/2014/main" id="{ACBAB977-423D-A662-0FFB-05AB8ACF253A}"/>
              </a:ext>
            </a:extLst>
          </p:cNvPr>
          <p:cNvSpPr txBox="1">
            <a:spLocks noChangeArrowheads="1"/>
          </p:cNvSpPr>
          <p:nvPr/>
        </p:nvSpPr>
        <p:spPr bwMode="auto">
          <a:xfrm>
            <a:off x="7859860" y="1694406"/>
            <a:ext cx="1981200" cy="579438"/>
          </a:xfrm>
          <a:prstGeom prst="rect">
            <a:avLst/>
          </a:prstGeom>
          <a:noFill/>
          <a:ln w="9525">
            <a:noFill/>
            <a:miter lim="800000"/>
            <a:headEnd/>
            <a:tailEnd/>
          </a:ln>
        </p:spPr>
        <p:txBody>
          <a:bodyPr wrap="square">
            <a:spAutoFit/>
          </a:bodyPr>
          <a:lstStyle/>
          <a:p>
            <a:pPr algn="ctr" eaLnBrk="0" hangingPunct="0">
              <a:spcBef>
                <a:spcPct val="50000"/>
              </a:spcBef>
            </a:pPr>
            <a:r>
              <a:rPr lang="en-US" sz="3200" dirty="0">
                <a:solidFill>
                  <a:srgbClr val="000000"/>
                </a:solidFill>
                <a:latin typeface="Arial" panose="020B0604020202020204" pitchFamily="34" charset="0"/>
                <a:cs typeface="Arial" panose="020B0604020202020204" pitchFamily="34" charset="0"/>
              </a:rPr>
              <a:t>design</a:t>
            </a:r>
          </a:p>
        </p:txBody>
      </p:sp>
      <p:sp>
        <p:nvSpPr>
          <p:cNvPr id="17" name="Rectangle 20">
            <a:extLst>
              <a:ext uri="{FF2B5EF4-FFF2-40B4-BE49-F238E27FC236}">
                <a16:creationId xmlns:a16="http://schemas.microsoft.com/office/drawing/2014/main" id="{FB99A963-44EB-9CBD-14CE-D0383F95C1CB}"/>
              </a:ext>
            </a:extLst>
          </p:cNvPr>
          <p:cNvSpPr>
            <a:spLocks noChangeArrowheads="1"/>
          </p:cNvSpPr>
          <p:nvPr/>
        </p:nvSpPr>
        <p:spPr bwMode="auto">
          <a:xfrm>
            <a:off x="1115593" y="5239294"/>
            <a:ext cx="3781685" cy="722312"/>
          </a:xfrm>
          <a:prstGeom prst="rect">
            <a:avLst/>
          </a:prstGeom>
          <a:solidFill>
            <a:schemeClr val="accent2">
              <a:lumMod val="40000"/>
              <a:lumOff val="60000"/>
            </a:schemeClr>
          </a:solidFill>
          <a:ln w="9525">
            <a:noFill/>
            <a:miter lim="800000"/>
            <a:headEnd/>
            <a:tailEnd/>
          </a:ln>
        </p:spPr>
        <p:txBody>
          <a:bodyPr wrap="none" anchor="ctr"/>
          <a:lstStyle/>
          <a:p>
            <a:r>
              <a:rPr lang="en-US" sz="2400" dirty="0">
                <a:latin typeface="Arial" panose="020B0604020202020204" pitchFamily="34" charset="0"/>
                <a:cs typeface="Arial" panose="020B0604020202020204" pitchFamily="34" charset="0"/>
              </a:rPr>
              <a:t>experience brief</a:t>
            </a:r>
          </a:p>
        </p:txBody>
      </p:sp>
      <p:sp>
        <p:nvSpPr>
          <p:cNvPr id="18" name="Rectangle 20">
            <a:extLst>
              <a:ext uri="{FF2B5EF4-FFF2-40B4-BE49-F238E27FC236}">
                <a16:creationId xmlns:a16="http://schemas.microsoft.com/office/drawing/2014/main" id="{2E4DD7E1-FDE1-7CAF-0D0A-58EEAB23C538}"/>
              </a:ext>
            </a:extLst>
          </p:cNvPr>
          <p:cNvSpPr>
            <a:spLocks noChangeArrowheads="1"/>
          </p:cNvSpPr>
          <p:nvPr/>
        </p:nvSpPr>
        <p:spPr bwMode="auto">
          <a:xfrm>
            <a:off x="8327417" y="2519462"/>
            <a:ext cx="2155327" cy="722312"/>
          </a:xfrm>
          <a:prstGeom prst="rect">
            <a:avLst/>
          </a:prstGeom>
          <a:solidFill>
            <a:schemeClr val="accent2">
              <a:lumMod val="40000"/>
              <a:lumOff val="60000"/>
            </a:schemeClr>
          </a:solidFill>
          <a:ln w="9525">
            <a:noFill/>
            <a:miter lim="800000"/>
            <a:headEnd/>
            <a:tailEnd/>
          </a:ln>
        </p:spPr>
        <p:txBody>
          <a:bodyPr wrap="none" anchor="ctr"/>
          <a:lstStyle/>
          <a:p>
            <a:pPr marL="342900" indent="-342900" eaLnBrk="0" hangingPunct="0">
              <a:lnSpc>
                <a:spcPct val="150000"/>
              </a:lnSpc>
              <a:spcBef>
                <a:spcPct val="20000"/>
              </a:spcBef>
              <a:buFont typeface="Arial" pitchFamily="34" charset="0"/>
              <a:buNone/>
            </a:pPr>
            <a:r>
              <a:rPr lang="en-US" sz="2400" dirty="0">
                <a:latin typeface="Arial" panose="020B0604020202020204" pitchFamily="34" charset="0"/>
                <a:cs typeface="Arial" panose="020B0604020202020204" pitchFamily="34" charset="0"/>
              </a:rPr>
              <a:t>user journeys</a:t>
            </a:r>
          </a:p>
        </p:txBody>
      </p:sp>
      <p:sp>
        <p:nvSpPr>
          <p:cNvPr id="19" name="Text Box 14">
            <a:extLst>
              <a:ext uri="{FF2B5EF4-FFF2-40B4-BE49-F238E27FC236}">
                <a16:creationId xmlns:a16="http://schemas.microsoft.com/office/drawing/2014/main" id="{81A0BDF3-924E-8B85-E7F9-15448AFA01EB}"/>
              </a:ext>
            </a:extLst>
          </p:cNvPr>
          <p:cNvSpPr txBox="1">
            <a:spLocks noChangeArrowheads="1"/>
          </p:cNvSpPr>
          <p:nvPr/>
        </p:nvSpPr>
        <p:spPr bwMode="auto">
          <a:xfrm>
            <a:off x="5345260" y="1694406"/>
            <a:ext cx="1981200" cy="579438"/>
          </a:xfrm>
          <a:prstGeom prst="rect">
            <a:avLst/>
          </a:prstGeom>
          <a:noFill/>
          <a:ln w="9525">
            <a:noFill/>
            <a:miter lim="800000"/>
            <a:headEnd/>
            <a:tailEnd/>
          </a:ln>
        </p:spPr>
        <p:txBody>
          <a:bodyPr wrap="square">
            <a:spAutoFit/>
          </a:bodyPr>
          <a:lstStyle/>
          <a:p>
            <a:pPr eaLnBrk="0" hangingPunct="0">
              <a:spcBef>
                <a:spcPct val="50000"/>
              </a:spcBef>
            </a:pPr>
            <a:r>
              <a:rPr lang="en-US" sz="3200" dirty="0">
                <a:solidFill>
                  <a:srgbClr val="000000"/>
                </a:solidFill>
                <a:latin typeface="Arial" panose="020B0604020202020204" pitchFamily="34" charset="0"/>
                <a:cs typeface="Arial" panose="020B0604020202020204" pitchFamily="34" charset="0"/>
              </a:rPr>
              <a:t>definition</a:t>
            </a:r>
          </a:p>
        </p:txBody>
      </p:sp>
      <p:sp>
        <p:nvSpPr>
          <p:cNvPr id="20" name="Rectangle 19">
            <a:extLst>
              <a:ext uri="{FF2B5EF4-FFF2-40B4-BE49-F238E27FC236}">
                <a16:creationId xmlns:a16="http://schemas.microsoft.com/office/drawing/2014/main" id="{BF8231F8-3847-AA59-0C74-63933EE5132B}"/>
              </a:ext>
            </a:extLst>
          </p:cNvPr>
          <p:cNvSpPr/>
          <p:nvPr/>
        </p:nvSpPr>
        <p:spPr>
          <a:xfrm>
            <a:off x="5349809" y="2269912"/>
            <a:ext cx="5524893" cy="3951002"/>
          </a:xfrm>
          <a:prstGeom prst="rect">
            <a:avLst/>
          </a:prstGeom>
          <a:noFill/>
          <a:ln w="76200">
            <a:solidFill>
              <a:schemeClr val="accent1">
                <a:lumMod val="25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800"/>
          </a:p>
        </p:txBody>
      </p:sp>
    </p:spTree>
    <p:extLst>
      <p:ext uri="{BB962C8B-B14F-4D97-AF65-F5344CB8AC3E}">
        <p14:creationId xmlns:p14="http://schemas.microsoft.com/office/powerpoint/2010/main" val="39940772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23DF4-F8A6-9E90-2937-9F44154E085B}"/>
              </a:ext>
            </a:extLst>
          </p:cNvPr>
          <p:cNvSpPr>
            <a:spLocks noGrp="1"/>
          </p:cNvSpPr>
          <p:nvPr>
            <p:ph type="title"/>
          </p:nvPr>
        </p:nvSpPr>
        <p:spPr/>
        <p:txBody>
          <a:bodyPr/>
          <a:lstStyle/>
          <a:p>
            <a:r>
              <a:rPr lang="en-GB" dirty="0">
                <a:cs typeface="Calibri Light"/>
              </a:rPr>
              <a:t>Summary</a:t>
            </a:r>
            <a:endParaRPr lang="en-US" dirty="0"/>
          </a:p>
        </p:txBody>
      </p:sp>
    </p:spTree>
    <p:extLst>
      <p:ext uri="{BB962C8B-B14F-4D97-AF65-F5344CB8AC3E}">
        <p14:creationId xmlns:p14="http://schemas.microsoft.com/office/powerpoint/2010/main" val="16485207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64691-C005-1E0A-BB0B-2F257103BE66}"/>
              </a:ext>
            </a:extLst>
          </p:cNvPr>
          <p:cNvSpPr>
            <a:spLocks noGrp="1"/>
          </p:cNvSpPr>
          <p:nvPr>
            <p:ph type="title"/>
          </p:nvPr>
        </p:nvSpPr>
        <p:spPr/>
        <p:txBody>
          <a:bodyPr/>
          <a:lstStyle/>
          <a:p>
            <a:r>
              <a:rPr lang="en-GB"/>
              <a:t>Key Takeaways</a:t>
            </a:r>
          </a:p>
        </p:txBody>
      </p:sp>
      <p:sp>
        <p:nvSpPr>
          <p:cNvPr id="3" name="Content Placeholder 2">
            <a:extLst>
              <a:ext uri="{FF2B5EF4-FFF2-40B4-BE49-F238E27FC236}">
                <a16:creationId xmlns:a16="http://schemas.microsoft.com/office/drawing/2014/main" id="{D89901A2-04AE-D3CB-FC46-ED162487BC92}"/>
              </a:ext>
            </a:extLst>
          </p:cNvPr>
          <p:cNvSpPr>
            <a:spLocks noGrp="1"/>
          </p:cNvSpPr>
          <p:nvPr>
            <p:ph idx="1"/>
          </p:nvPr>
        </p:nvSpPr>
        <p:spPr/>
        <p:txBody>
          <a:bodyPr vert="horz" lIns="91440" tIns="45720" rIns="91440" bIns="45720" rtlCol="0" anchor="t">
            <a:normAutofit fontScale="85000" lnSpcReduction="10000"/>
          </a:bodyPr>
          <a:lstStyle/>
          <a:p>
            <a:r>
              <a:rPr lang="en-GB" b="1" dirty="0"/>
              <a:t>Key takeaway 1: </a:t>
            </a:r>
            <a:r>
              <a:rPr lang="en-GB" dirty="0"/>
              <a:t>UX emphasizes the user's journey to solve a problem and the overall feel of the product while UI focuses on the product's visual and interactive elements.</a:t>
            </a:r>
          </a:p>
          <a:p>
            <a:r>
              <a:rPr lang="en-GB" b="1" dirty="0"/>
              <a:t>Key takeaway 2: </a:t>
            </a:r>
            <a:r>
              <a:rPr lang="en-GB" dirty="0"/>
              <a:t>UX strategy is critical for creating products that meet user needs and drive business success. A well-defined UX strategy enhances user satisfaction, loyalty, and overall business performance.</a:t>
            </a:r>
            <a:endParaRPr lang="en-GB" dirty="0">
              <a:cs typeface="Calibri"/>
            </a:endParaRPr>
          </a:p>
          <a:p>
            <a:r>
              <a:rPr lang="en-GB" b="1" dirty="0"/>
              <a:t>Key takeaway 3: </a:t>
            </a:r>
            <a:r>
              <a:rPr lang="en-GB" dirty="0"/>
              <a:t>In agile development we must consider different phases and practicalities of 4D</a:t>
            </a:r>
            <a:endParaRPr lang="en-GB" dirty="0">
              <a:cs typeface="Calibri"/>
            </a:endParaRPr>
          </a:p>
          <a:p>
            <a:r>
              <a:rPr lang="en-GB" b="1" dirty="0"/>
              <a:t>Key takeaway 4: </a:t>
            </a:r>
            <a:r>
              <a:rPr lang="en-GB" dirty="0"/>
              <a:t>Aligning UX strategy with business goals ensures that user experience improvements directly contribute to achieving business outcomes. Successful UX strategies lead to higher customer retention, increased sales, and a competitive market advantage.</a:t>
            </a:r>
            <a:endParaRPr lang="en-GB" dirty="0">
              <a:cs typeface="Calibri"/>
            </a:endParaRPr>
          </a:p>
        </p:txBody>
      </p:sp>
    </p:spTree>
    <p:extLst>
      <p:ext uri="{BB962C8B-B14F-4D97-AF65-F5344CB8AC3E}">
        <p14:creationId xmlns:p14="http://schemas.microsoft.com/office/powerpoint/2010/main" val="1109380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64691-C005-1E0A-BB0B-2F257103BE66}"/>
              </a:ext>
            </a:extLst>
          </p:cNvPr>
          <p:cNvSpPr>
            <a:spLocks noGrp="1"/>
          </p:cNvSpPr>
          <p:nvPr>
            <p:ph type="title"/>
          </p:nvPr>
        </p:nvSpPr>
        <p:spPr/>
        <p:txBody>
          <a:bodyPr/>
          <a:lstStyle/>
          <a:p>
            <a:r>
              <a:rPr lang="en-GB"/>
              <a:t>Weekly self-study materials </a:t>
            </a:r>
            <a:endParaRPr lang="en-US"/>
          </a:p>
        </p:txBody>
      </p:sp>
      <p:sp>
        <p:nvSpPr>
          <p:cNvPr id="3" name="Content Placeholder 2">
            <a:extLst>
              <a:ext uri="{FF2B5EF4-FFF2-40B4-BE49-F238E27FC236}">
                <a16:creationId xmlns:a16="http://schemas.microsoft.com/office/drawing/2014/main" id="{D89901A2-04AE-D3CB-FC46-ED162487BC92}"/>
              </a:ext>
            </a:extLst>
          </p:cNvPr>
          <p:cNvSpPr>
            <a:spLocks noGrp="1"/>
          </p:cNvSpPr>
          <p:nvPr>
            <p:ph idx="1"/>
          </p:nvPr>
        </p:nvSpPr>
        <p:spPr/>
        <p:txBody>
          <a:bodyPr vert="horz" lIns="91440" tIns="45720" rIns="91440" bIns="45720" rtlCol="0" anchor="t">
            <a:normAutofit fontScale="85000" lnSpcReduction="10000"/>
          </a:bodyPr>
          <a:lstStyle/>
          <a:p>
            <a:pPr marL="0" indent="0">
              <a:buNone/>
            </a:pPr>
            <a:r>
              <a:rPr lang="en-GB" dirty="0"/>
              <a:t>Reading for this week is … </a:t>
            </a:r>
          </a:p>
          <a:p>
            <a:pPr marL="0" indent="0">
              <a:buNone/>
            </a:pPr>
            <a:r>
              <a:rPr lang="en-GB" b="1" dirty="0"/>
              <a:t>Read the UX Case Study ‘Bad UX Strategy’ examples here:</a:t>
            </a:r>
          </a:p>
          <a:p>
            <a:r>
              <a:rPr lang="en-GB" dirty="0"/>
              <a:t>Grant, W. (2023) 10 Bad Website Design Examples - Mistakes to Avoid in 2023. [online] </a:t>
            </a:r>
            <a:r>
              <a:rPr lang="en-GB" dirty="0" err="1"/>
              <a:t>iMyFone</a:t>
            </a:r>
            <a:r>
              <a:rPr lang="en-GB" dirty="0"/>
              <a:t>. Available at: </a:t>
            </a:r>
            <a:r>
              <a:rPr lang="en-GB" dirty="0">
                <a:hlinkClick r:id="rId2"/>
              </a:rPr>
              <a:t>https://www.imyfone.com/web-design/bad-website-design/</a:t>
            </a:r>
            <a:r>
              <a:rPr lang="en-GB" dirty="0"/>
              <a:t>. </a:t>
            </a:r>
          </a:p>
          <a:p>
            <a:r>
              <a:rPr lang="en-GB" dirty="0" err="1"/>
              <a:t>Varhatiuk</a:t>
            </a:r>
            <a:r>
              <a:rPr lang="en-GB" dirty="0"/>
              <a:t>, K. (2022). 10 Worst User Experience Website Examples. [online] </a:t>
            </a:r>
            <a:r>
              <a:rPr lang="en-GB" dirty="0" err="1"/>
              <a:t>Fireart</a:t>
            </a:r>
            <a:r>
              <a:rPr lang="en-GB" dirty="0"/>
              <a:t> Studio. Available at: </a:t>
            </a:r>
            <a:r>
              <a:rPr lang="en-GB" dirty="0">
                <a:hlinkClick r:id="rId3"/>
              </a:rPr>
              <a:t>https://fireart.studio/blog/10-worst-user-experience-website-examples/</a:t>
            </a:r>
            <a:r>
              <a:rPr lang="en-GB" dirty="0"/>
              <a:t>.  </a:t>
            </a:r>
          </a:p>
          <a:p>
            <a:pPr marL="0" indent="0">
              <a:buNone/>
            </a:pPr>
            <a:endParaRPr lang="en-GB" dirty="0"/>
          </a:p>
          <a:p>
            <a:pPr marL="0" indent="0">
              <a:buNone/>
            </a:pPr>
            <a:endParaRPr lang="en-GB" dirty="0"/>
          </a:p>
          <a:p>
            <a:pPr marL="0" indent="0">
              <a:buNone/>
            </a:pPr>
            <a:r>
              <a:rPr lang="en-GB" dirty="0"/>
              <a:t>You will find a </a:t>
            </a:r>
            <a:r>
              <a:rPr lang="en-GB" b="1" dirty="0"/>
              <a:t>reading activity</a:t>
            </a:r>
            <a:r>
              <a:rPr lang="en-GB" dirty="0"/>
              <a:t> and a </a:t>
            </a:r>
            <a:r>
              <a:rPr lang="en-GB" b="1" dirty="0"/>
              <a:t>quiz </a:t>
            </a:r>
            <a:r>
              <a:rPr lang="en-GB" dirty="0"/>
              <a:t>to help you revise this week's contents, both available in the module's VLE.</a:t>
            </a:r>
            <a:endParaRPr lang="en-GB" dirty="0">
              <a:ea typeface="Calibri"/>
              <a:cs typeface="Calibri"/>
            </a:endParaRPr>
          </a:p>
        </p:txBody>
      </p:sp>
    </p:spTree>
    <p:extLst>
      <p:ext uri="{BB962C8B-B14F-4D97-AF65-F5344CB8AC3E}">
        <p14:creationId xmlns:p14="http://schemas.microsoft.com/office/powerpoint/2010/main" val="25132798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64691-C005-1E0A-BB0B-2F257103BE66}"/>
              </a:ext>
            </a:extLst>
          </p:cNvPr>
          <p:cNvSpPr>
            <a:spLocks noGrp="1"/>
          </p:cNvSpPr>
          <p:nvPr>
            <p:ph type="title"/>
          </p:nvPr>
        </p:nvSpPr>
        <p:spPr/>
        <p:txBody>
          <a:bodyPr/>
          <a:lstStyle/>
          <a:p>
            <a:r>
              <a:rPr lang="en-GB"/>
              <a:t>References</a:t>
            </a:r>
          </a:p>
        </p:txBody>
      </p:sp>
      <p:sp>
        <p:nvSpPr>
          <p:cNvPr id="3" name="Content Placeholder 2">
            <a:extLst>
              <a:ext uri="{FF2B5EF4-FFF2-40B4-BE49-F238E27FC236}">
                <a16:creationId xmlns:a16="http://schemas.microsoft.com/office/drawing/2014/main" id="{D89901A2-04AE-D3CB-FC46-ED162487BC92}"/>
              </a:ext>
            </a:extLst>
          </p:cNvPr>
          <p:cNvSpPr>
            <a:spLocks noGrp="1"/>
          </p:cNvSpPr>
          <p:nvPr>
            <p:ph idx="1"/>
          </p:nvPr>
        </p:nvSpPr>
        <p:spPr>
          <a:xfrm>
            <a:off x="478800" y="1249200"/>
            <a:ext cx="10875600" cy="5446800"/>
          </a:xfrm>
        </p:spPr>
        <p:txBody>
          <a:bodyPr vert="horz" lIns="91440" tIns="45720" rIns="91440" bIns="45720" rtlCol="0" anchor="t">
            <a:normAutofit fontScale="55000" lnSpcReduction="20000"/>
          </a:bodyPr>
          <a:lstStyle/>
          <a:p>
            <a:pPr>
              <a:lnSpc>
                <a:spcPct val="140000"/>
              </a:lnSpc>
              <a:buNone/>
            </a:pPr>
            <a:r>
              <a:rPr lang="en-GB" sz="1800" dirty="0"/>
              <a:t>INTERACTION DESIGN FOUNDATION – </a:t>
            </a:r>
            <a:r>
              <a:rPr lang="en-GB" sz="1800" dirty="0" err="1"/>
              <a:t>IxDF</a:t>
            </a:r>
            <a:r>
              <a:rPr lang="en-GB" sz="1800" dirty="0"/>
              <a:t>, 2020. </a:t>
            </a:r>
            <a:r>
              <a:rPr lang="en-GB" sz="1800" i="1" dirty="0"/>
              <a:t>What is Empathize? </a:t>
            </a:r>
            <a:r>
              <a:rPr lang="en-GB" sz="1800" dirty="0"/>
              <a:t>[viewed 09 June 2024]. Available from: </a:t>
            </a:r>
            <a:r>
              <a:rPr lang="en-GB" sz="1800" dirty="0">
                <a:hlinkClick r:id="rId2"/>
              </a:rPr>
              <a:t>https://www.interaction-design.org/literature/topics/empathize</a:t>
            </a:r>
            <a:r>
              <a:rPr lang="en-GB" sz="1800" dirty="0"/>
              <a:t>. </a:t>
            </a:r>
          </a:p>
          <a:p>
            <a:pPr>
              <a:lnSpc>
                <a:spcPct val="140000"/>
              </a:lnSpc>
              <a:buNone/>
            </a:pPr>
            <a:r>
              <a:rPr lang="en-GB" sz="1800" dirty="0"/>
              <a:t>GRANT, W., 2023. </a:t>
            </a:r>
            <a:r>
              <a:rPr lang="en-GB" sz="1800" i="1" dirty="0"/>
              <a:t>10 Bad Website Design Examples - Mistakes to Avoid in 2023</a:t>
            </a:r>
            <a:r>
              <a:rPr lang="en-GB" sz="1800" dirty="0"/>
              <a:t> [viewed 09 June 2024]. Available from: </a:t>
            </a:r>
            <a:r>
              <a:rPr lang="en-GB" sz="1800" dirty="0">
                <a:hlinkClick r:id="rId3"/>
              </a:rPr>
              <a:t>https://www.imyfone.com/web-design/bad-website-design/</a:t>
            </a:r>
            <a:r>
              <a:rPr lang="en-GB" sz="1800" dirty="0"/>
              <a:t>. </a:t>
            </a:r>
            <a:endParaRPr lang="en-GB" sz="1800" dirty="0">
              <a:ea typeface="+mn-lt"/>
              <a:cs typeface="+mn-lt"/>
            </a:endParaRPr>
          </a:p>
          <a:p>
            <a:pPr>
              <a:lnSpc>
                <a:spcPct val="140000"/>
              </a:lnSpc>
              <a:buNone/>
            </a:pPr>
            <a:r>
              <a:rPr lang="en-GB" sz="1800" dirty="0">
                <a:ea typeface="+mn-lt"/>
                <a:cs typeface="+mn-lt"/>
              </a:rPr>
              <a:t>PACHECO, J.F., 2021. Design Thinking the 4D UX methodology. In </a:t>
            </a:r>
            <a:r>
              <a:rPr lang="en-GB" sz="1800" i="1" dirty="0">
                <a:ea typeface="+mn-lt"/>
                <a:cs typeface="+mn-lt"/>
              </a:rPr>
              <a:t>Juan Fernando Pacheco.</a:t>
            </a:r>
            <a:r>
              <a:rPr lang="en-GB" sz="1800" dirty="0">
                <a:ea typeface="+mn-lt"/>
                <a:cs typeface="+mn-lt"/>
              </a:rPr>
              <a:t> </a:t>
            </a:r>
            <a:r>
              <a:rPr lang="en-GB" sz="1800" dirty="0"/>
              <a:t>[viewed 09 June 2024]. </a:t>
            </a:r>
            <a:r>
              <a:rPr lang="en-GB" sz="1800" dirty="0">
                <a:ea typeface="+mn-lt"/>
                <a:cs typeface="+mn-lt"/>
              </a:rPr>
              <a:t>Available from: </a:t>
            </a:r>
            <a:r>
              <a:rPr lang="en-GB" sz="1800" dirty="0">
                <a:ea typeface="+mn-lt"/>
                <a:cs typeface="+mn-lt"/>
                <a:hlinkClick r:id="rId4"/>
              </a:rPr>
              <a:t>https://medium.com/juanpacheco/design-thinking-the-4d-ux-methodology-e621adc3339c</a:t>
            </a:r>
            <a:r>
              <a:rPr lang="en-GB" sz="1800" dirty="0">
                <a:ea typeface="+mn-lt"/>
                <a:cs typeface="+mn-lt"/>
              </a:rPr>
              <a:t>.</a:t>
            </a:r>
          </a:p>
          <a:p>
            <a:pPr>
              <a:lnSpc>
                <a:spcPct val="140000"/>
              </a:lnSpc>
              <a:buNone/>
            </a:pPr>
            <a:r>
              <a:rPr lang="en-GB" sz="1800" dirty="0">
                <a:ea typeface="+mn-lt"/>
                <a:cs typeface="+mn-lt"/>
              </a:rPr>
              <a:t>PATEL, N., 2023. 9 Content Marketing Trends to Increase Traffic. In </a:t>
            </a:r>
            <a:r>
              <a:rPr lang="en-GB" sz="1800" i="1" dirty="0">
                <a:ea typeface="+mn-lt"/>
                <a:cs typeface="+mn-lt"/>
              </a:rPr>
              <a:t>Neil Patel Clog. </a:t>
            </a:r>
            <a:r>
              <a:rPr lang="en-GB" sz="1800" dirty="0">
                <a:ea typeface="+mn-lt"/>
                <a:cs typeface="+mn-lt"/>
              </a:rPr>
              <a:t>[viewed 09 June 2024]. Available from: </a:t>
            </a:r>
            <a:r>
              <a:rPr lang="en-GB" sz="1800" dirty="0">
                <a:ea typeface="+mn-lt"/>
                <a:cs typeface="+mn-lt"/>
                <a:hlinkClick r:id="rId5"/>
              </a:rPr>
              <a:t>https://neilpatel.com/blog/content-marketing-trends/</a:t>
            </a:r>
            <a:r>
              <a:rPr lang="en-GB" sz="1800" dirty="0">
                <a:ea typeface="+mn-lt"/>
                <a:cs typeface="+mn-lt"/>
              </a:rPr>
              <a:t>. </a:t>
            </a:r>
          </a:p>
          <a:p>
            <a:pPr>
              <a:lnSpc>
                <a:spcPct val="140000"/>
              </a:lnSpc>
              <a:buNone/>
            </a:pPr>
            <a:r>
              <a:rPr lang="en-US" sz="1800" dirty="0"/>
              <a:t>SKILLSFUTURE, 2021a. </a:t>
            </a:r>
            <a:r>
              <a:rPr lang="en-US" sz="1800" i="1" dirty="0"/>
              <a:t>What if we designed with UX/UI in mind? </a:t>
            </a:r>
            <a:r>
              <a:rPr lang="en-GB" sz="1800" dirty="0"/>
              <a:t>[viewed 09 June 2024]. Available from: </a:t>
            </a:r>
            <a:r>
              <a:rPr lang="en-GB" sz="1800" dirty="0">
                <a:hlinkClick r:id="rId6"/>
              </a:rPr>
              <a:t>https://www.skillsfuture.gov.sg/resources</a:t>
            </a:r>
            <a:r>
              <a:rPr lang="en-GB" sz="1800" dirty="0"/>
              <a:t>. </a:t>
            </a:r>
          </a:p>
          <a:p>
            <a:pPr>
              <a:lnSpc>
                <a:spcPct val="140000"/>
              </a:lnSpc>
              <a:buNone/>
            </a:pPr>
            <a:r>
              <a:rPr lang="en-US" sz="1800" dirty="0"/>
              <a:t>SKILLSFUTURE, 2021b. </a:t>
            </a:r>
            <a:r>
              <a:rPr lang="en-US" sz="1800" i="1" dirty="0"/>
              <a:t>Design Thinking: Do I Need it for my Business? </a:t>
            </a:r>
            <a:r>
              <a:rPr lang="en-GB" sz="1800" dirty="0"/>
              <a:t>[viewed 09 June 2024]. Available from: </a:t>
            </a:r>
            <a:r>
              <a:rPr lang="en-GB" sz="1800" dirty="0">
                <a:hlinkClick r:id="rId6"/>
              </a:rPr>
              <a:t>https://www.skillsfuture.gov.sg/resources</a:t>
            </a:r>
            <a:r>
              <a:rPr lang="en-GB" sz="1800" dirty="0"/>
              <a:t>. </a:t>
            </a:r>
            <a:endParaRPr lang="en-US" sz="1800" dirty="0"/>
          </a:p>
          <a:p>
            <a:pPr>
              <a:buNone/>
            </a:pPr>
            <a:r>
              <a:rPr lang="en-GB" sz="1800" dirty="0">
                <a:ea typeface="+mn-lt"/>
                <a:cs typeface="+mn-lt"/>
              </a:rPr>
              <a:t>SOEGAARD, M., 2024a. Design Thinking: Top Insights from the </a:t>
            </a:r>
            <a:r>
              <a:rPr lang="en-GB" sz="1800" dirty="0" err="1">
                <a:ea typeface="+mn-lt"/>
                <a:cs typeface="+mn-lt"/>
              </a:rPr>
              <a:t>IxDF</a:t>
            </a:r>
            <a:r>
              <a:rPr lang="en-GB" sz="1800" dirty="0">
                <a:ea typeface="+mn-lt"/>
                <a:cs typeface="+mn-lt"/>
              </a:rPr>
              <a:t> Course. In </a:t>
            </a:r>
            <a:r>
              <a:rPr lang="en-GB" sz="1800" i="1" dirty="0">
                <a:ea typeface="+mn-lt"/>
                <a:cs typeface="+mn-lt"/>
              </a:rPr>
              <a:t>The Interaction Design Foundation</a:t>
            </a:r>
            <a:r>
              <a:rPr lang="en-GB" sz="1800" dirty="0">
                <a:ea typeface="+mn-lt"/>
                <a:cs typeface="+mn-lt"/>
              </a:rPr>
              <a:t>. [viewed 09 June 2024]. Available from: </a:t>
            </a:r>
            <a:r>
              <a:rPr lang="en-GB" sz="1800" dirty="0">
                <a:solidFill>
                  <a:srgbClr val="0563C1"/>
                </a:solidFill>
                <a:ea typeface="+mn-lt"/>
                <a:cs typeface="+mn-lt"/>
                <a:hlinkClick r:id="rId7">
                  <a:extLst>
                    <a:ext uri="{A12FA001-AC4F-418D-AE19-62706E023703}">
                      <ahyp:hlinkClr xmlns:ahyp="http://schemas.microsoft.com/office/drawing/2018/hyperlinkcolor" val="tx"/>
                    </a:ext>
                  </a:extLst>
                </a:hlinkClick>
              </a:rPr>
              <a:t>https://www.interaction-design.org/literature/article/learn-from-ixdf-design-thinking-course</a:t>
            </a:r>
            <a:r>
              <a:rPr lang="en-GB" sz="1800" dirty="0">
                <a:ea typeface="+mn-lt"/>
                <a:cs typeface="+mn-lt"/>
              </a:rPr>
              <a:t>.</a:t>
            </a:r>
          </a:p>
          <a:p>
            <a:pPr>
              <a:buNone/>
            </a:pPr>
            <a:r>
              <a:rPr lang="en-GB" sz="1800" dirty="0">
                <a:ea typeface="+mn-lt"/>
                <a:cs typeface="+mn-lt"/>
              </a:rPr>
              <a:t>SOEGAARD, M., 2024b. UX vs. UI: What’s the Difference? In </a:t>
            </a:r>
            <a:r>
              <a:rPr lang="en-GB" sz="1800" i="1" dirty="0">
                <a:ea typeface="+mn-lt"/>
                <a:cs typeface="+mn-lt"/>
              </a:rPr>
              <a:t>The Interaction Design Foundation</a:t>
            </a:r>
            <a:r>
              <a:rPr lang="en-GB" sz="1800" dirty="0">
                <a:ea typeface="+mn-lt"/>
                <a:cs typeface="+mn-lt"/>
              </a:rPr>
              <a:t>. [viewed 09 June 2024]. Available from: </a:t>
            </a:r>
            <a:r>
              <a:rPr lang="en-GB" sz="1800" dirty="0">
                <a:ea typeface="+mn-lt"/>
                <a:cs typeface="+mn-lt"/>
                <a:hlinkClick r:id="rId8"/>
              </a:rPr>
              <a:t>https://www.interaction-design.org/literature/article/ux-vs-ui-what-s-the-difference</a:t>
            </a:r>
            <a:r>
              <a:rPr lang="en-GB" sz="1800" dirty="0">
                <a:ea typeface="+mn-lt"/>
                <a:cs typeface="+mn-lt"/>
              </a:rPr>
              <a:t>. </a:t>
            </a:r>
          </a:p>
          <a:p>
            <a:pPr>
              <a:buNone/>
            </a:pPr>
            <a:r>
              <a:rPr lang="en-GB" sz="1800" dirty="0">
                <a:ea typeface="+mn-lt"/>
                <a:cs typeface="+mn-lt"/>
              </a:rPr>
              <a:t>S., K., 2020. The Design Thinking Process - How does it work?. In </a:t>
            </a:r>
            <a:r>
              <a:rPr lang="en-GB" sz="1800" i="1" dirty="0">
                <a:ea typeface="+mn-lt"/>
                <a:cs typeface="+mn-lt"/>
              </a:rPr>
              <a:t>MAQE</a:t>
            </a:r>
            <a:r>
              <a:rPr lang="en-GB" sz="1800" dirty="0">
                <a:ea typeface="+mn-lt"/>
                <a:cs typeface="+mn-lt"/>
              </a:rPr>
              <a:t>. </a:t>
            </a:r>
            <a:r>
              <a:rPr lang="en-GB" sz="1800" dirty="0"/>
              <a:t>[viewed 09 June 2024].</a:t>
            </a:r>
            <a:r>
              <a:rPr lang="en-GB" sz="1800" dirty="0">
                <a:ea typeface="+mn-lt"/>
                <a:cs typeface="+mn-lt"/>
              </a:rPr>
              <a:t> Available from: </a:t>
            </a:r>
            <a:r>
              <a:rPr lang="en-GB" sz="1800" dirty="0">
                <a:solidFill>
                  <a:srgbClr val="0563C1"/>
                </a:solidFill>
                <a:ea typeface="+mn-lt"/>
                <a:cs typeface="+mn-lt"/>
                <a:hlinkClick r:id="rId9">
                  <a:extLst>
                    <a:ext uri="{A12FA001-AC4F-418D-AE19-62706E023703}">
                      <ahyp:hlinkClr xmlns:ahyp="http://schemas.microsoft.com/office/drawing/2018/hyperlinkcolor" val="tx"/>
                    </a:ext>
                  </a:extLst>
                </a:hlinkClick>
              </a:rPr>
              <a:t>https://www.maqe.com/insight/the-design-thinking-process-how-does-it-work/</a:t>
            </a:r>
            <a:r>
              <a:rPr lang="en-GB" sz="1800" dirty="0">
                <a:ea typeface="+mn-lt"/>
                <a:cs typeface="+mn-lt"/>
              </a:rPr>
              <a:t>. </a:t>
            </a:r>
          </a:p>
          <a:p>
            <a:pPr>
              <a:buNone/>
            </a:pPr>
            <a:r>
              <a:rPr lang="en-GB" sz="1800" dirty="0">
                <a:ea typeface="+mn-lt"/>
                <a:cs typeface="+mn-lt"/>
              </a:rPr>
              <a:t>UNICORN PLATFROM, 2024. </a:t>
            </a:r>
            <a:r>
              <a:rPr lang="en-GB" sz="1800" i="1" dirty="0">
                <a:ea typeface="+mn-lt"/>
                <a:cs typeface="+mn-lt"/>
              </a:rPr>
              <a:t>Unicorn Platform </a:t>
            </a:r>
            <a:r>
              <a:rPr lang="en-GB" sz="1800" dirty="0"/>
              <a:t>[viewed 09 June 2024]. Available from: </a:t>
            </a:r>
            <a:r>
              <a:rPr lang="en-GB" sz="1800" dirty="0">
                <a:hlinkClick r:id="rId10"/>
              </a:rPr>
              <a:t>https://unicornplatform.com/</a:t>
            </a:r>
            <a:r>
              <a:rPr lang="en-GB" sz="1800" dirty="0"/>
              <a:t> </a:t>
            </a:r>
            <a:endParaRPr lang="en-GB" sz="1800" dirty="0">
              <a:cs typeface="Calibri"/>
            </a:endParaRPr>
          </a:p>
          <a:p>
            <a:pPr>
              <a:buNone/>
            </a:pPr>
            <a:r>
              <a:rPr lang="en-GB" sz="1800" dirty="0">
                <a:ea typeface="+mn-lt"/>
                <a:cs typeface="+mn-lt"/>
              </a:rPr>
              <a:t>VARHATIUK, K., 2022. 10 Worst User Experience Website Examples. In </a:t>
            </a:r>
            <a:r>
              <a:rPr lang="en-GB" sz="1800" i="1" dirty="0" err="1">
                <a:ea typeface="+mn-lt"/>
                <a:cs typeface="+mn-lt"/>
              </a:rPr>
              <a:t>Fireart</a:t>
            </a:r>
            <a:r>
              <a:rPr lang="en-GB" sz="1800" i="1" dirty="0">
                <a:ea typeface="+mn-lt"/>
                <a:cs typeface="+mn-lt"/>
              </a:rPr>
              <a:t> Studio</a:t>
            </a:r>
            <a:r>
              <a:rPr lang="en-GB" sz="1800" dirty="0">
                <a:ea typeface="+mn-lt"/>
                <a:cs typeface="+mn-lt"/>
              </a:rPr>
              <a:t>. </a:t>
            </a:r>
            <a:r>
              <a:rPr lang="en-GB" sz="1800" dirty="0"/>
              <a:t>[viewed 09 June 2024].</a:t>
            </a:r>
            <a:r>
              <a:rPr lang="en-GB" sz="1800" dirty="0">
                <a:ea typeface="+mn-lt"/>
                <a:cs typeface="+mn-lt"/>
              </a:rPr>
              <a:t> Available from: </a:t>
            </a:r>
            <a:r>
              <a:rPr lang="en-GB" sz="1800" dirty="0">
                <a:solidFill>
                  <a:srgbClr val="0563C1"/>
                </a:solidFill>
                <a:ea typeface="+mn-lt"/>
                <a:cs typeface="+mn-lt"/>
                <a:hlinkClick r:id="rId11">
                  <a:extLst>
                    <a:ext uri="{A12FA001-AC4F-418D-AE19-62706E023703}">
                      <ahyp:hlinkClr xmlns:ahyp="http://schemas.microsoft.com/office/drawing/2018/hyperlinkcolor" val="tx"/>
                    </a:ext>
                  </a:extLst>
                </a:hlinkClick>
              </a:rPr>
              <a:t>https://fireart.studio/blog/10-worst-user-experience-website-examples/</a:t>
            </a:r>
            <a:r>
              <a:rPr lang="en-GB" sz="1800" dirty="0">
                <a:solidFill>
                  <a:srgbClr val="0563C1"/>
                </a:solidFill>
                <a:ea typeface="+mn-lt"/>
                <a:cs typeface="+mn-lt"/>
              </a:rPr>
              <a:t>.</a:t>
            </a:r>
          </a:p>
          <a:p>
            <a:pPr>
              <a:buNone/>
            </a:pPr>
            <a:r>
              <a:rPr lang="en-GB" sz="1800" dirty="0">
                <a:cs typeface="Calibri"/>
              </a:rPr>
              <a:t>WEERASINGHE, S., 2018. User Experience Design – A Head Start based on my view. In </a:t>
            </a:r>
            <a:r>
              <a:rPr lang="en-GB" sz="1800" i="1" dirty="0">
                <a:cs typeface="Calibri"/>
              </a:rPr>
              <a:t>LinkedIn Pulse. </a:t>
            </a:r>
            <a:r>
              <a:rPr lang="en-GB" sz="1800" dirty="0"/>
              <a:t>[viewed 09 June 2024].</a:t>
            </a:r>
            <a:r>
              <a:rPr lang="en-GB" sz="1800" dirty="0">
                <a:ea typeface="+mn-lt"/>
                <a:cs typeface="+mn-lt"/>
              </a:rPr>
              <a:t> Available from: </a:t>
            </a:r>
            <a:r>
              <a:rPr lang="en-GB" sz="1800" dirty="0">
                <a:ea typeface="+mn-lt"/>
                <a:cs typeface="+mn-lt"/>
                <a:hlinkClick r:id="rId12"/>
              </a:rPr>
              <a:t>https://www.linkedin.com/pulse/user-experience-design-head-start-based-my-view-shakthi-weerasinghe/</a:t>
            </a:r>
            <a:r>
              <a:rPr lang="en-GB" sz="1800" dirty="0">
                <a:ea typeface="+mn-lt"/>
                <a:cs typeface="+mn-lt"/>
              </a:rPr>
              <a:t>. </a:t>
            </a:r>
            <a:endParaRPr lang="en-GB" sz="1800" dirty="0">
              <a:cs typeface="Calibri"/>
            </a:endParaRPr>
          </a:p>
          <a:p>
            <a:pPr marL="0" indent="0">
              <a:buNone/>
            </a:pPr>
            <a:endParaRPr lang="en-GB" sz="1100" dirty="0">
              <a:solidFill>
                <a:srgbClr val="333333"/>
              </a:solidFill>
              <a:latin typeface="Verdana"/>
              <a:ea typeface="Verdana"/>
              <a:cs typeface="Calibri" panose="020F0502020204030204"/>
            </a:endParaRPr>
          </a:p>
        </p:txBody>
      </p:sp>
    </p:spTree>
    <p:extLst>
      <p:ext uri="{BB962C8B-B14F-4D97-AF65-F5344CB8AC3E}">
        <p14:creationId xmlns:p14="http://schemas.microsoft.com/office/powerpoint/2010/main" val="1867183491"/>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C71891C3A0F1E4097D718CB3CBB8576" ma:contentTypeVersion="30" ma:contentTypeDescription="Create a new document." ma:contentTypeScope="" ma:versionID="3fb9c967b62bf4d315c337a653705c8b">
  <xsd:schema xmlns:xsd="http://www.w3.org/2001/XMLSchema" xmlns:xs="http://www.w3.org/2001/XMLSchema" xmlns:p="http://schemas.microsoft.com/office/2006/metadata/properties" xmlns:ns2="c146334c-f196-4c85-90ef-f2308d7aa00b" xmlns:ns3="cd447e77-e15c-4fa0-938c-91439d6c39a0" targetNamespace="http://schemas.microsoft.com/office/2006/metadata/properties" ma:root="true" ma:fieldsID="0aedcd3a536fccbcb30952fae5ef482f" ns2:_="" ns3:_="">
    <xsd:import namespace="c146334c-f196-4c85-90ef-f2308d7aa00b"/>
    <xsd:import namespace="cd447e77-e15c-4fa0-938c-91439d6c39a0"/>
    <xsd:element name="properties">
      <xsd:complexType>
        <xsd:sequence>
          <xsd:element name="documentManagement">
            <xsd:complexType>
              <xsd:all>
                <xsd:element ref="ns2:LatestCCPhase" minOccurs="0"/>
                <xsd:element ref="ns2:LatestPublishingPhase" minOccurs="0"/>
                <xsd:element ref="ns2:NotesUpdates" minOccurs="0"/>
                <xsd:element ref="ns2:MediaServiceMetadata" minOccurs="0"/>
                <xsd:element ref="ns2:MediaServiceFastMetadata" minOccurs="0"/>
                <xsd:element ref="ns3:SharedWithUsers" minOccurs="0"/>
                <xsd:element ref="ns3:SharedWithDetails" minOccurs="0"/>
                <xsd:element ref="ns2:Status" minOccurs="0"/>
                <xsd:element ref="ns2:SubmissionDeadline" minOccurs="0"/>
                <xsd:element ref="ns2:ModuleStartsIn" minOccurs="0"/>
                <xsd:element ref="ns2:MediaServiceObjectDetectorVersions"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odule_x0020_Work_x0020_Requirement" minOccurs="0"/>
                <xsd:element ref="ns2:CompassFeedback" minOccurs="0"/>
                <xsd:element ref="ns2:Moodle_x002f_VLELink" minOccurs="0"/>
                <xsd:element ref="ns2:SubjectReviewer_x002c_ContentEditorPedagogicalBuilder" minOccurs="0"/>
                <xsd:element ref="ns2:ContentCreato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146334c-f196-4c85-90ef-f2308d7aa00b" elementFormDefault="qualified">
    <xsd:import namespace="http://schemas.microsoft.com/office/2006/documentManagement/types"/>
    <xsd:import namespace="http://schemas.microsoft.com/office/infopath/2007/PartnerControls"/>
    <xsd:element name="LatestCCPhase" ma:index="8" nillable="true" ma:displayName="Latest CC Phase" ma:description="This column contains updates on the work involving the Content Creator. The 'Latest CC Phase' can be chosen only when resources have been signed off by both Subject Reviewer and Content Editor." ma:format="Dropdown" ma:internalName="LatestCCPhase">
      <xsd:complexType>
        <xsd:complexContent>
          <xsd:extension base="dms:MultiChoice">
            <xsd:sequence>
              <xsd:element name="Value" maxOccurs="unbounded" minOccurs="0" nillable="true">
                <xsd:simpleType>
                  <xsd:restriction base="dms:Choice">
                    <xsd:enumeration value="Phase 1. Onboarding."/>
                    <xsd:enumeration value="Phase 2. Assessment Brief."/>
                    <xsd:enumeration value="Phase 3. Scheme of Work."/>
                    <xsd:enumeration value="Phase 4. Material building in progress"/>
                    <xsd:enumeration value="Phase 4. Week 1 Resources."/>
                    <xsd:enumeration value="Phase 4. Week 2 Resources."/>
                    <xsd:enumeration value="Phase 4 Week 3 Resources."/>
                    <xsd:enumeration value="Phase 4. Week 4 Resources."/>
                    <xsd:enumeration value="Phase 4. Week 5 Resources."/>
                    <xsd:enumeration value="Phase 4. Week 6 Resources."/>
                    <xsd:enumeration value="Phase 4. Week 7 Resources."/>
                    <xsd:enumeration value="Phase 4. Week 8 Resources."/>
                    <xsd:enumeration value="Phase 4. Week 9 Resources."/>
                    <xsd:enumeration value="Phase 4. Week 10 Resources."/>
                    <xsd:enumeration value="Phase 5. Payment processed."/>
                    <xsd:enumeration value="Phase 5. Material building completed"/>
                    <xsd:enumeration value="Phase 5. Feedback collected."/>
                    <xsd:enumeration value="ALL COMPLETED"/>
                  </xsd:restriction>
                </xsd:simpleType>
              </xsd:element>
            </xsd:sequence>
          </xsd:extension>
        </xsd:complexContent>
      </xsd:complexType>
    </xsd:element>
    <xsd:element name="LatestPublishingPhase" ma:index="9" nillable="true" ma:displayName="Latest Publishing Phase " ma:description="This column contains updates on the work involving Instructional Designer(s). Latest Publishing Phase can be chosen only once the work on this phase is completed." ma:format="Dropdown" ma:internalName="LatestPublishingPhase">
      <xsd:complexType>
        <xsd:complexContent>
          <xsd:extension base="dms:MultiChoice">
            <xsd:sequence>
              <xsd:element name="Value" maxOccurs="unbounded" minOccurs="0" nillable="true">
                <xsd:simpleType>
                  <xsd:restriction base="dms:Choice">
                    <xsd:enumeration value="Not due yet"/>
                    <xsd:enumeration value="Week 1 in Design"/>
                    <xsd:enumeration value="Week 1 on Moodle"/>
                    <xsd:enumeration value="Week 2 in Evolve"/>
                    <xsd:enumeration value="Week 2 on Moodle"/>
                    <xsd:enumeration value="Week 3 in Design"/>
                    <xsd:enumeration value="Week 3 on Moodle"/>
                    <xsd:enumeration value="Week 4 in Design"/>
                    <xsd:enumeration value="Week 4 on Moodle"/>
                    <xsd:enumeration value="Week 5 in Evolve"/>
                    <xsd:enumeration value="Week 5 on Moodle"/>
                    <xsd:enumeration value="Week 6 in Design"/>
                    <xsd:enumeration value="Week 6 on Moodle"/>
                    <xsd:enumeration value="Week 7 in Design"/>
                    <xsd:enumeration value="Week 7 on Moodle"/>
                    <xsd:enumeration value="Week 8 in Design"/>
                    <xsd:enumeration value="Week 8 on Moodle"/>
                    <xsd:enumeration value="Week 9 in Design"/>
                    <xsd:enumeration value="Week 9 on Moodle"/>
                    <xsd:enumeration value="Week 10 in Evolve"/>
                    <xsd:enumeration value="Week 10 on Moodle"/>
                    <xsd:enumeration value="Workshop in Design"/>
                    <xsd:enumeration value="Workshop on Moodle"/>
                  </xsd:restriction>
                </xsd:simpleType>
              </xsd:element>
            </xsd:sequence>
          </xsd:extension>
        </xsd:complexContent>
      </xsd:complexType>
    </xsd:element>
    <xsd:element name="NotesUpdates" ma:index="10" nillable="true" ma:displayName="Notes &amp; Updates" ma:format="Dropdown" ma:internalName="NotesUpdates">
      <xsd:simpleType>
        <xsd:restriction base="dms:Note">
          <xsd:maxLength value="255"/>
        </xsd:restriction>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Status" ma:index="15" nillable="true" ma:displayName="Status" ma:format="Dropdown" ma:internalName="Status">
      <xsd:complexType>
        <xsd:complexContent>
          <xsd:extension base="dms:MultiChoice">
            <xsd:sequence>
              <xsd:element name="Value" maxOccurs="unbounded" minOccurs="0" nillable="true">
                <xsd:simpleType>
                  <xsd:restriction base="dms:Choice">
                    <xsd:enumeration value="Not yet due to start"/>
                    <xsd:enumeration value="Not yet started &amp; overdue"/>
                    <xsd:enumeration value="Work in progress &amp; on track"/>
                    <xsd:enumeration value="Work in progress &amp; overdue"/>
                    <xsd:enumeration value="Awaiting Full review"/>
                    <xsd:enumeration value="Awaiting SR review"/>
                    <xsd:enumeration value="Awaiting CE review"/>
                    <xsd:enumeration value="Awaiting PR review"/>
                    <xsd:enumeration value="Awaiting modifications"/>
                    <xsd:enumeration value="2nd Review required"/>
                    <xsd:enumeration value="SR approved"/>
                    <xsd:enumeration value="CE approved"/>
                    <xsd:enumeration value="With Instructional Designer"/>
                    <xsd:enumeration value="COMPLETED"/>
                    <xsd:enumeration value="Sent for scrutiny"/>
                    <xsd:enumeration value="On hold"/>
                    <xsd:enumeration value="No longer relevant"/>
                  </xsd:restriction>
                </xsd:simpleType>
              </xsd:element>
            </xsd:sequence>
          </xsd:extension>
        </xsd:complexContent>
      </xsd:complexType>
    </xsd:element>
    <xsd:element name="SubmissionDeadline" ma:index="16" nillable="true" ma:displayName="Submission Deadline" ma:format="DateOnly" ma:internalName="SubmissionDeadline">
      <xsd:simpleType>
        <xsd:restriction base="dms:DateTime"/>
      </xsd:simpleType>
    </xsd:element>
    <xsd:element name="ModuleStartsIn" ma:index="17" nillable="true" ma:displayName="Module Starts In" ma:format="Dropdown" ma:internalName="ModuleStartsIn">
      <xsd:complexType>
        <xsd:complexContent>
          <xsd:extension base="dms:MultiChoice">
            <xsd:sequence>
              <xsd:element name="Value" maxOccurs="unbounded" minOccurs="0" nillable="true">
                <xsd:simpleType>
                  <xsd:restriction base="dms:Choice">
                    <xsd:enumeration value="January 2024"/>
                    <xsd:enumeration value="April 2024"/>
                    <xsd:enumeration value="May 2024"/>
                    <xsd:enumeration value="June 2024"/>
                    <xsd:enumeration value="August 2024"/>
                    <xsd:enumeration value="October 2024"/>
                    <xsd:enumeration value="November 2024"/>
                    <xsd:enumeration value="TBC"/>
                    <xsd:enumeration value="April 2025"/>
                  </xsd:restriction>
                </xsd:simpleType>
              </xsd:element>
            </xsd:sequence>
          </xsd:extension>
        </xsd:complexContent>
      </xsd:complex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LengthInSeconds" ma:index="23" nillable="true" ma:displayName="MediaLengthInSeconds" ma:hidden="true" ma:internalName="MediaLengthInSeconds" ma:readOnly="true">
      <xsd:simpleType>
        <xsd:restriction base="dms:Unknown"/>
      </xsd:simpleType>
    </xsd:element>
    <xsd:element name="lcf76f155ced4ddcb4097134ff3c332f" ma:index="25" nillable="true" ma:taxonomy="true" ma:internalName="lcf76f155ced4ddcb4097134ff3c332f" ma:taxonomyFieldName="MediaServiceImageTags" ma:displayName="Image Tags" ma:readOnly="false" ma:fieldId="{5cf76f15-5ced-4ddc-b409-7134ff3c332f}" ma:taxonomyMulti="true" ma:sspId="85f1f1f9-0179-4c93-b971-8e9741e04503" ma:termSetId="09814cd3-568e-fe90-9814-8d621ff8fb84" ma:anchorId="fba54fb3-c3e1-fe81-a776-ca4b69148c4d" ma:open="true" ma:isKeyword="false">
      <xsd:complexType>
        <xsd:sequence>
          <xsd:element ref="pc:Terms" minOccurs="0" maxOccurs="1"/>
        </xsd:sequence>
      </xsd:complexType>
    </xsd:element>
    <xsd:element name="MediaServiceOCR" ma:index="27" nillable="true" ma:displayName="Extracted Text" ma:internalName="MediaServiceOCR" ma:readOnly="true">
      <xsd:simpleType>
        <xsd:restriction base="dms:Note">
          <xsd:maxLength value="255"/>
        </xsd:restriction>
      </xsd:simpleType>
    </xsd:element>
    <xsd:element name="Module_x0020_Work_x0020_Requirement" ma:index="28" nillable="true" ma:displayName="Module Work Requirement" ma:format="Dropdown" ma:internalName="Module_x0020_Work_x0020_Requirement">
      <xsd:simpleType>
        <xsd:restriction base="dms:Choice">
          <xsd:enumeration value="Refurbish or Refurbishment"/>
          <xsd:enumeration value="Total rework"/>
        </xsd:restriction>
      </xsd:simpleType>
    </xsd:element>
    <xsd:element name="CompassFeedback" ma:index="29" nillable="true" ma:displayName="Compass Feedback" ma:format="Dropdown" ma:internalName="CompassFeedback">
      <xsd:complexType>
        <xsd:complexContent>
          <xsd:extension base="dms:MultiChoice">
            <xsd:sequence>
              <xsd:element name="Value" maxOccurs="unbounded" minOccurs="0" nillable="true">
                <xsd:simpleType>
                  <xsd:restriction base="dms:Choice">
                    <xsd:enumeration value="Given to CC"/>
                    <xsd:enumeration value="Given to SR"/>
                  </xsd:restriction>
                </xsd:simpleType>
              </xsd:element>
            </xsd:sequence>
          </xsd:extension>
        </xsd:complexContent>
      </xsd:complexType>
    </xsd:element>
    <xsd:element name="Moodle_x002f_VLELink" ma:index="30" nillable="true" ma:displayName="Moodle/VLE Link" ma:format="Hyperlink" ma:internalName="Moodle_x002f_VLELink">
      <xsd:complexType>
        <xsd:complexContent>
          <xsd:extension base="dms:URL">
            <xsd:sequence>
              <xsd:element name="Url" type="dms:ValidUrl" minOccurs="0" nillable="true"/>
              <xsd:element name="Description" type="xsd:string" nillable="true"/>
            </xsd:sequence>
          </xsd:extension>
        </xsd:complexContent>
      </xsd:complexType>
    </xsd:element>
    <xsd:element name="SubjectReviewer_x002c_ContentEditorPedagogicalBuilder" ma:index="31" nillable="true" ma:displayName="Subject Reviewer, Content Editor &amp; Pedagogical Builder" ma:format="Dropdown" ma:list="UserInfo" ma:SharePointGroup="0" ma:internalName="SubjectReviewer_x002c_ContentEditorPedagogicalBuilder">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ContentCreators" ma:index="32" nillable="true" ma:displayName="Content Creators" ma:format="Dropdown" ma:list="UserInfo" ma:SharePointGroup="0" ma:internalName="ContentCreators">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cd447e77-e15c-4fa0-938c-91439d6c39a0"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6" nillable="true" ma:displayName="Taxonomy Catch All Column" ma:hidden="true" ma:list="{e4a00e5d-14fc-4527-bcc9-fb05b108b7f4}" ma:internalName="TaxCatchAll" ma:showField="CatchAllData" ma:web="cd447e77-e15c-4fa0-938c-91439d6c39a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c146334c-f196-4c85-90ef-f2308d7aa00b" xsi:nil="true"/>
    <SubmissionDeadline xmlns="c146334c-f196-4c85-90ef-f2308d7aa00b" xsi:nil="true"/>
    <NotesUpdates xmlns="c146334c-f196-4c85-90ef-f2308d7aa00b" xsi:nil="true"/>
    <LatestCCPhase xmlns="c146334c-f196-4c85-90ef-f2308d7aa00b" xsi:nil="true"/>
    <LatestPublishingPhase xmlns="c146334c-f196-4c85-90ef-f2308d7aa00b" xsi:nil="true"/>
    <ModuleStartsIn xmlns="c146334c-f196-4c85-90ef-f2308d7aa00b" xsi:nil="true"/>
    <TaxCatchAll xmlns="cd447e77-e15c-4fa0-938c-91439d6c39a0" xsi:nil="true"/>
    <lcf76f155ced4ddcb4097134ff3c332f xmlns="c146334c-f196-4c85-90ef-f2308d7aa00b">
      <Terms xmlns="http://schemas.microsoft.com/office/infopath/2007/PartnerControls"/>
    </lcf76f155ced4ddcb4097134ff3c332f>
    <CompassFeedback xmlns="c146334c-f196-4c85-90ef-f2308d7aa00b" xsi:nil="true"/>
    <Module_x0020_Work_x0020_Requirement xmlns="c146334c-f196-4c85-90ef-f2308d7aa00b" xsi:nil="true"/>
    <ContentCreators xmlns="c146334c-f196-4c85-90ef-f2308d7aa00b">
      <UserInfo>
        <DisplayName/>
        <AccountId xsi:nil="true"/>
        <AccountType/>
      </UserInfo>
    </ContentCreators>
    <Moodle_x002f_VLELink xmlns="c146334c-f196-4c85-90ef-f2308d7aa00b">
      <Url xsi:nil="true"/>
      <Description xsi:nil="true"/>
    </Moodle_x002f_VLELink>
    <SubjectReviewer_x002c_ContentEditorPedagogicalBuilder xmlns="c146334c-f196-4c85-90ef-f2308d7aa00b">
      <UserInfo>
        <DisplayName/>
        <AccountId xsi:nil="true"/>
        <AccountType/>
      </UserInfo>
    </SubjectReviewer_x002c_ContentEditorPedagogicalBuilder>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F50E261-E752-43E3-8DAC-81DACF1F1FE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146334c-f196-4c85-90ef-f2308d7aa00b"/>
    <ds:schemaRef ds:uri="cd447e77-e15c-4fa0-938c-91439d6c39a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60DCE66-536F-4E4D-AA70-C66A9F5C1CDD}">
  <ds:schemaRefs>
    <ds:schemaRef ds:uri="cd447e77-e15c-4fa0-938c-91439d6c39a0"/>
    <ds:schemaRef ds:uri="http://purl.org/dc/elements/1.1/"/>
    <ds:schemaRef ds:uri="http://schemas.openxmlformats.org/package/2006/metadata/core-properties"/>
    <ds:schemaRef ds:uri="http://purl.org/dc/terms/"/>
    <ds:schemaRef ds:uri="http://schemas.microsoft.com/office/2006/metadata/properties"/>
    <ds:schemaRef ds:uri="http://schemas.microsoft.com/office/infopath/2007/PartnerControls"/>
    <ds:schemaRef ds:uri="http://schemas.microsoft.com/office/2006/documentManagement/types"/>
    <ds:schemaRef ds:uri="c146334c-f196-4c85-90ef-f2308d7aa00b"/>
    <ds:schemaRef ds:uri="http://www.w3.org/XML/1998/namespace"/>
    <ds:schemaRef ds:uri="http://purl.org/dc/dcmitype/"/>
  </ds:schemaRefs>
</ds:datastoreItem>
</file>

<file path=customXml/itemProps3.xml><?xml version="1.0" encoding="utf-8"?>
<ds:datastoreItem xmlns:ds="http://schemas.openxmlformats.org/officeDocument/2006/customXml" ds:itemID="{51FE0EC2-3FC1-463F-A2A0-570EC3B4477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437</TotalTime>
  <Words>3945</Words>
  <Application>Microsoft Office PowerPoint</Application>
  <PresentationFormat>Widescreen</PresentationFormat>
  <Paragraphs>375</Paragraphs>
  <Slides>43</Slides>
  <Notes>21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43</vt:i4>
      </vt:variant>
    </vt:vector>
  </HeadingPairs>
  <TitlesOfParts>
    <vt:vector size="51" baseType="lpstr">
      <vt:lpstr>Arial</vt:lpstr>
      <vt:lpstr>Calibri</vt:lpstr>
      <vt:lpstr>Calibri Light</vt:lpstr>
      <vt:lpstr>Courier New,monospace</vt:lpstr>
      <vt:lpstr>Geneva</vt:lpstr>
      <vt:lpstr>Montserrat</vt:lpstr>
      <vt:lpstr>Verdana</vt:lpstr>
      <vt:lpstr>1_Office Theme</vt:lpstr>
      <vt:lpstr>Name of session This session will start at __:__ While you are waiting…</vt:lpstr>
      <vt:lpstr>Session etiquette</vt:lpstr>
      <vt:lpstr>Session etiquette</vt:lpstr>
      <vt:lpstr>Session etiquette</vt:lpstr>
      <vt:lpstr>Session etiquette</vt:lpstr>
      <vt:lpstr>We are recording now!</vt:lpstr>
      <vt:lpstr>Introduction to UX Strategy</vt:lpstr>
      <vt:lpstr>A Quick Discussion…</vt:lpstr>
      <vt:lpstr>Differences between UI and UX Design (1)</vt:lpstr>
      <vt:lpstr>Differences between UI and UX Design (2)</vt:lpstr>
      <vt:lpstr>Session Outcomes</vt:lpstr>
      <vt:lpstr>Topic 1:  UX Strategies</vt:lpstr>
      <vt:lpstr>UX Strategies - Subtopics</vt:lpstr>
      <vt:lpstr>Definition</vt:lpstr>
      <vt:lpstr>What is Design Thinking? (1)</vt:lpstr>
      <vt:lpstr>What is Design Thinking? (2)</vt:lpstr>
      <vt:lpstr>Components of UX Strategy</vt:lpstr>
      <vt:lpstr>4D Model Applicability of UX Plan Process</vt:lpstr>
      <vt:lpstr>4D Model – The Plan Process (1)</vt:lpstr>
      <vt:lpstr>4D Model – The Plan Process (2)</vt:lpstr>
      <vt:lpstr>4D Model – The Plan Process (3)</vt:lpstr>
      <vt:lpstr>4D Model – The Plan Process (4)</vt:lpstr>
      <vt:lpstr>Agile UX vs. Lean UX</vt:lpstr>
      <vt:lpstr>Case Study 1:  An Ecommerce Website</vt:lpstr>
      <vt:lpstr>Case Study 1 – An Ecommerce Website</vt:lpstr>
      <vt:lpstr>Case Study 1 – Identified Issues</vt:lpstr>
      <vt:lpstr>Case Study 1 – Detailed Analysis</vt:lpstr>
      <vt:lpstr>Case Study 1 – Proposed Solutions</vt:lpstr>
      <vt:lpstr>Case Study 1 – Implementation Steps</vt:lpstr>
      <vt:lpstr>Case Study 1 – Expected Outcomes</vt:lpstr>
      <vt:lpstr>Case Study 1 - Conclusion and Key Takeaways</vt:lpstr>
      <vt:lpstr>Case Study 2:  A Retail Company</vt:lpstr>
      <vt:lpstr>Case Study 2 – A Retail Company</vt:lpstr>
      <vt:lpstr>Case Study 2 - Strategy</vt:lpstr>
      <vt:lpstr>Case Study 2 – Successful UX Strategy</vt:lpstr>
      <vt:lpstr>Group Activity (45 mins)</vt:lpstr>
      <vt:lpstr>Group Activity – Shoe Factory Owner</vt:lpstr>
      <vt:lpstr>Client Scenario – 30 minutes</vt:lpstr>
      <vt:lpstr>Client Scenario – Shoe Factory Owner (Takeaways)</vt:lpstr>
      <vt:lpstr>Summary</vt:lpstr>
      <vt:lpstr>Key Takeaways</vt:lpstr>
      <vt:lpstr>Weekly self-study materials </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 Template for live sessions     Guidelines for Content Creators &amp; Reviewers</dc:title>
  <dc:creator>Chaudhry, Azhar</dc:creator>
  <cp:lastModifiedBy>Fisher, John</cp:lastModifiedBy>
  <cp:revision>5</cp:revision>
  <dcterms:created xsi:type="dcterms:W3CDTF">2023-12-01T12:50:42Z</dcterms:created>
  <dcterms:modified xsi:type="dcterms:W3CDTF">2024-06-21T10:05:01Z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0x0101009C71891C3A0F1E4097D718CB3CBB8576</vt:lpwstr>
  </property>
  <property fmtid="{D5CDD505-2E9C-101B-9397-08002B2CF9AE}" pid="3" name="MediaServiceImageTags">
    <vt:lpwstr/>
  </property>
  <property fmtid="{D5CDD505-2E9C-101B-9397-08002B2CF9AE}" pid="4" name="UoRMoodleLink">
    <vt:lpwstr>, </vt:lpwstr>
  </property>
</Properties>
</file>